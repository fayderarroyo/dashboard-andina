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ACDC944-F89A-4606-A5D1-BD34A4561CF6}" type="doc">
      <dgm:prSet loTypeId="urn:microsoft.com/office/officeart/2005/8/layout/hList1" loCatId="list" qsTypeId="urn:microsoft.com/office/officeart/2005/8/quickstyle/simple5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779D3CCC-4DB5-4AA5-BA32-F97E444A25B4}">
      <dgm:prSet/>
      <dgm:spPr/>
      <dgm:t>
        <a:bodyPr/>
        <a:lstStyle/>
        <a:p>
          <a:r>
            <a:rPr lang="es-CO" b="1" i="0" baseline="0"/>
            <a:t>Evolución temporal</a:t>
          </a:r>
          <a:endParaRPr lang="en-US"/>
        </a:p>
      </dgm:t>
    </dgm:pt>
    <dgm:pt modelId="{B01E37C3-09C5-4EB7-A75D-2E6CDAD09FD3}" type="parTrans" cxnId="{1684348C-E715-4A4A-B7B6-EB8678FD4013}">
      <dgm:prSet/>
      <dgm:spPr/>
      <dgm:t>
        <a:bodyPr/>
        <a:lstStyle/>
        <a:p>
          <a:endParaRPr lang="en-US"/>
        </a:p>
      </dgm:t>
    </dgm:pt>
    <dgm:pt modelId="{14CCFA93-0883-45D2-A3CE-BD38DA631748}" type="sibTrans" cxnId="{1684348C-E715-4A4A-B7B6-EB8678FD4013}">
      <dgm:prSet/>
      <dgm:spPr/>
      <dgm:t>
        <a:bodyPr/>
        <a:lstStyle/>
        <a:p>
          <a:endParaRPr lang="en-US"/>
        </a:p>
      </dgm:t>
    </dgm:pt>
    <dgm:pt modelId="{80EC2072-EEFE-4115-A331-2099E0F12658}">
      <dgm:prSet/>
      <dgm:spPr/>
      <dgm:t>
        <a:bodyPr/>
        <a:lstStyle/>
        <a:p>
          <a:r>
            <a:rPr lang="es-CO" b="0" i="0" baseline="0"/>
            <a:t>¿Cómo se comportan las </a:t>
          </a:r>
          <a:r>
            <a:rPr lang="es-CO" b="1" i="0" baseline="0"/>
            <a:t>ventas mensuales</a:t>
          </a:r>
          <a:r>
            <a:rPr lang="es-CO" b="0" i="0" baseline="0"/>
            <a:t> (COP) y el </a:t>
          </a:r>
          <a:r>
            <a:rPr lang="es-CO" b="1" i="0" baseline="0"/>
            <a:t>margen total</a:t>
          </a:r>
          <a:r>
            <a:rPr lang="es-CO" b="0" i="0" baseline="0"/>
            <a:t> entre 2022 y 2024?</a:t>
          </a:r>
          <a:endParaRPr lang="en-US"/>
        </a:p>
      </dgm:t>
    </dgm:pt>
    <dgm:pt modelId="{6B5C42A6-3980-42C0-ABD8-01EA195D546A}" type="parTrans" cxnId="{05FF2472-A12B-4C35-8834-87C45CD79A1C}">
      <dgm:prSet/>
      <dgm:spPr/>
      <dgm:t>
        <a:bodyPr/>
        <a:lstStyle/>
        <a:p>
          <a:endParaRPr lang="en-US"/>
        </a:p>
      </dgm:t>
    </dgm:pt>
    <dgm:pt modelId="{7E37FFE0-D442-48D4-B417-9D418E9DFA24}" type="sibTrans" cxnId="{05FF2472-A12B-4C35-8834-87C45CD79A1C}">
      <dgm:prSet/>
      <dgm:spPr/>
      <dgm:t>
        <a:bodyPr/>
        <a:lstStyle/>
        <a:p>
          <a:endParaRPr lang="en-US"/>
        </a:p>
      </dgm:t>
    </dgm:pt>
    <dgm:pt modelId="{362F6612-F229-43DD-B406-802C5126C7B6}">
      <dgm:prSet/>
      <dgm:spPr/>
      <dgm:t>
        <a:bodyPr/>
        <a:lstStyle/>
        <a:p>
          <a:r>
            <a:rPr lang="es-CO" b="0" i="0" baseline="0"/>
            <a:t>¿En qué meses se observan los </a:t>
          </a:r>
          <a:r>
            <a:rPr lang="es-CO" b="1" i="0" baseline="0"/>
            <a:t>picos</a:t>
          </a:r>
          <a:r>
            <a:rPr lang="es-CO" b="0" i="0" baseline="0"/>
            <a:t> y </a:t>
          </a:r>
          <a:r>
            <a:rPr lang="es-CO" b="1" i="0" baseline="0"/>
            <a:t>valles</a:t>
          </a:r>
          <a:r>
            <a:rPr lang="es-CO" b="0" i="0" baseline="0"/>
            <a:t> de ventas? ¿Coinciden con los picos de margen?</a:t>
          </a:r>
          <a:endParaRPr lang="en-US"/>
        </a:p>
      </dgm:t>
    </dgm:pt>
    <dgm:pt modelId="{170FFDFE-1709-451E-B89C-8CE01E11308C}" type="parTrans" cxnId="{8C19415A-64BF-43CA-A784-A03DBB11A182}">
      <dgm:prSet/>
      <dgm:spPr/>
      <dgm:t>
        <a:bodyPr/>
        <a:lstStyle/>
        <a:p>
          <a:endParaRPr lang="en-US"/>
        </a:p>
      </dgm:t>
    </dgm:pt>
    <dgm:pt modelId="{F7850306-1BF1-4547-BBBD-159835D91409}" type="sibTrans" cxnId="{8C19415A-64BF-43CA-A784-A03DBB11A182}">
      <dgm:prSet/>
      <dgm:spPr/>
      <dgm:t>
        <a:bodyPr/>
        <a:lstStyle/>
        <a:p>
          <a:endParaRPr lang="en-US"/>
        </a:p>
      </dgm:t>
    </dgm:pt>
    <dgm:pt modelId="{391C0BBC-A58E-4DF5-93C0-A922CF343BCF}">
      <dgm:prSet/>
      <dgm:spPr/>
      <dgm:t>
        <a:bodyPr/>
        <a:lstStyle/>
        <a:p>
          <a:r>
            <a:rPr lang="es-CO" b="1" i="0" baseline="0"/>
            <a:t>Mix de categorías</a:t>
          </a:r>
          <a:endParaRPr lang="en-US"/>
        </a:p>
      </dgm:t>
    </dgm:pt>
    <dgm:pt modelId="{B755836F-9111-4C2A-8F88-313CE96DA27D}" type="parTrans" cxnId="{772368CA-68AB-4797-9E9E-3A4265EC2E7B}">
      <dgm:prSet/>
      <dgm:spPr/>
      <dgm:t>
        <a:bodyPr/>
        <a:lstStyle/>
        <a:p>
          <a:endParaRPr lang="en-US"/>
        </a:p>
      </dgm:t>
    </dgm:pt>
    <dgm:pt modelId="{F3B469DD-6DF9-40DB-90A8-6B509AD7BF6D}" type="sibTrans" cxnId="{772368CA-68AB-4797-9E9E-3A4265EC2E7B}">
      <dgm:prSet/>
      <dgm:spPr/>
      <dgm:t>
        <a:bodyPr/>
        <a:lstStyle/>
        <a:p>
          <a:endParaRPr lang="en-US"/>
        </a:p>
      </dgm:t>
    </dgm:pt>
    <dgm:pt modelId="{657078FA-BF1D-4F35-BF55-A40ECF8697DD}">
      <dgm:prSet/>
      <dgm:spPr/>
      <dgm:t>
        <a:bodyPr/>
        <a:lstStyle/>
        <a:p>
          <a:r>
            <a:rPr lang="es-CO" b="0" i="0" baseline="0"/>
            <a:t>¿Qué </a:t>
          </a:r>
          <a:r>
            <a:rPr lang="es-CO" b="1" i="0" baseline="0"/>
            <a:t>categorías</a:t>
          </a:r>
          <a:r>
            <a:rPr lang="es-CO" b="0" i="0" baseline="0"/>
            <a:t> representan mayor participación en:</a:t>
          </a:r>
          <a:endParaRPr lang="en-US"/>
        </a:p>
      </dgm:t>
    </dgm:pt>
    <dgm:pt modelId="{F7228C45-352A-422D-8434-E75A5414A118}" type="parTrans" cxnId="{57658188-85F0-46E9-BEDB-DD0517519776}">
      <dgm:prSet/>
      <dgm:spPr/>
      <dgm:t>
        <a:bodyPr/>
        <a:lstStyle/>
        <a:p>
          <a:endParaRPr lang="en-US"/>
        </a:p>
      </dgm:t>
    </dgm:pt>
    <dgm:pt modelId="{4D37E0FC-3E43-43D0-9623-ECC2EAD58E33}" type="sibTrans" cxnId="{57658188-85F0-46E9-BEDB-DD0517519776}">
      <dgm:prSet/>
      <dgm:spPr/>
      <dgm:t>
        <a:bodyPr/>
        <a:lstStyle/>
        <a:p>
          <a:endParaRPr lang="en-US"/>
        </a:p>
      </dgm:t>
    </dgm:pt>
    <dgm:pt modelId="{B07A8FA7-079D-4FA1-9835-412AAFE1F0B0}">
      <dgm:prSet/>
      <dgm:spPr/>
      <dgm:t>
        <a:bodyPr/>
        <a:lstStyle/>
        <a:p>
          <a:r>
            <a:rPr lang="es-CO" b="0" i="0" baseline="0"/>
            <a:t>a) Ventas (COP)</a:t>
          </a:r>
          <a:endParaRPr lang="en-US"/>
        </a:p>
      </dgm:t>
    </dgm:pt>
    <dgm:pt modelId="{7A13BB39-8D28-4E1B-8D96-847A3B750A70}" type="parTrans" cxnId="{75EA1A9A-4093-435E-A4E2-E463467755D2}">
      <dgm:prSet/>
      <dgm:spPr/>
      <dgm:t>
        <a:bodyPr/>
        <a:lstStyle/>
        <a:p>
          <a:endParaRPr lang="en-US"/>
        </a:p>
      </dgm:t>
    </dgm:pt>
    <dgm:pt modelId="{ABF5EC66-22C6-4B74-985F-59297EC1B904}" type="sibTrans" cxnId="{75EA1A9A-4093-435E-A4E2-E463467755D2}">
      <dgm:prSet/>
      <dgm:spPr/>
      <dgm:t>
        <a:bodyPr/>
        <a:lstStyle/>
        <a:p>
          <a:endParaRPr lang="en-US"/>
        </a:p>
      </dgm:t>
    </dgm:pt>
    <dgm:pt modelId="{8391E145-6826-4F86-BD10-DE8D5617A1A3}">
      <dgm:prSet/>
      <dgm:spPr/>
      <dgm:t>
        <a:bodyPr/>
        <a:lstStyle/>
        <a:p>
          <a:r>
            <a:rPr lang="es-CO" b="0" i="0" baseline="0"/>
            <a:t>b) Margen total (COP)?</a:t>
          </a:r>
          <a:endParaRPr lang="en-US"/>
        </a:p>
      </dgm:t>
    </dgm:pt>
    <dgm:pt modelId="{AD82EA4A-EAB9-4AA6-89FA-E95C23C91BE3}" type="parTrans" cxnId="{BA0A078A-BB52-4B87-97C9-341ACE9794BC}">
      <dgm:prSet/>
      <dgm:spPr/>
      <dgm:t>
        <a:bodyPr/>
        <a:lstStyle/>
        <a:p>
          <a:endParaRPr lang="en-US"/>
        </a:p>
      </dgm:t>
    </dgm:pt>
    <dgm:pt modelId="{99B15077-5ABC-4EED-9EA4-D15749546BF5}" type="sibTrans" cxnId="{BA0A078A-BB52-4B87-97C9-341ACE9794BC}">
      <dgm:prSet/>
      <dgm:spPr/>
      <dgm:t>
        <a:bodyPr/>
        <a:lstStyle/>
        <a:p>
          <a:endParaRPr lang="en-US"/>
        </a:p>
      </dgm:t>
    </dgm:pt>
    <dgm:pt modelId="{163B0FCC-0D38-4BEE-A725-D6C6C9C0C5AF}">
      <dgm:prSet/>
      <dgm:spPr/>
      <dgm:t>
        <a:bodyPr/>
        <a:lstStyle/>
        <a:p>
          <a:r>
            <a:rPr lang="es-CO" b="0" i="0" baseline="0"/>
            <a:t>¿Alguna categoría vende mucho pero </a:t>
          </a:r>
          <a:r>
            <a:rPr lang="es-CO" b="1" i="0" baseline="0"/>
            <a:t>genera poco margen</a:t>
          </a:r>
          <a:r>
            <a:rPr lang="es-CO" b="0" i="0" baseline="0"/>
            <a:t> relativo?</a:t>
          </a:r>
          <a:endParaRPr lang="en-US"/>
        </a:p>
      </dgm:t>
    </dgm:pt>
    <dgm:pt modelId="{F17ADF8C-18B8-4FB7-BB1D-FD30CC425380}" type="parTrans" cxnId="{1C9C134C-B979-417F-A54E-46906D17F210}">
      <dgm:prSet/>
      <dgm:spPr/>
      <dgm:t>
        <a:bodyPr/>
        <a:lstStyle/>
        <a:p>
          <a:endParaRPr lang="en-US"/>
        </a:p>
      </dgm:t>
    </dgm:pt>
    <dgm:pt modelId="{F08F4B8F-808C-424F-87B3-509C1AEE15A5}" type="sibTrans" cxnId="{1C9C134C-B979-417F-A54E-46906D17F210}">
      <dgm:prSet/>
      <dgm:spPr/>
      <dgm:t>
        <a:bodyPr/>
        <a:lstStyle/>
        <a:p>
          <a:endParaRPr lang="en-US"/>
        </a:p>
      </dgm:t>
    </dgm:pt>
    <dgm:pt modelId="{43DADB42-E3C0-4448-89B4-F018F7392B49}">
      <dgm:prSet/>
      <dgm:spPr/>
      <dgm:t>
        <a:bodyPr/>
        <a:lstStyle/>
        <a:p>
          <a:r>
            <a:rPr lang="es-CO" b="1" i="0" baseline="0"/>
            <a:t>Subcategorías críticas</a:t>
          </a:r>
          <a:endParaRPr lang="en-US"/>
        </a:p>
      </dgm:t>
    </dgm:pt>
    <dgm:pt modelId="{D2587222-C449-402E-B259-AAD29A15785B}" type="parTrans" cxnId="{1A23E12C-E804-4FCC-B123-B6C69795BEF6}">
      <dgm:prSet/>
      <dgm:spPr/>
      <dgm:t>
        <a:bodyPr/>
        <a:lstStyle/>
        <a:p>
          <a:endParaRPr lang="en-US"/>
        </a:p>
      </dgm:t>
    </dgm:pt>
    <dgm:pt modelId="{58520D97-39E8-468E-A4B7-838D40FCDD73}" type="sibTrans" cxnId="{1A23E12C-E804-4FCC-B123-B6C69795BEF6}">
      <dgm:prSet/>
      <dgm:spPr/>
      <dgm:t>
        <a:bodyPr/>
        <a:lstStyle/>
        <a:p>
          <a:endParaRPr lang="en-US"/>
        </a:p>
      </dgm:t>
    </dgm:pt>
    <dgm:pt modelId="{E72FEDCA-A701-4E00-8C8F-184A4200B644}">
      <dgm:prSet/>
      <dgm:spPr/>
      <dgm:t>
        <a:bodyPr/>
        <a:lstStyle/>
        <a:p>
          <a:r>
            <a:rPr lang="es-CO" b="0" i="0" baseline="0"/>
            <a:t>Identifica las </a:t>
          </a:r>
          <a:r>
            <a:rPr lang="es-CO" b="1" i="0" baseline="0"/>
            <a:t>3 subcategorías</a:t>
          </a:r>
          <a:r>
            <a:rPr lang="es-CO" b="0" i="0" baseline="0"/>
            <a:t> con mayor </a:t>
          </a:r>
          <a:r>
            <a:rPr lang="es-CO" b="1" i="0" baseline="0"/>
            <a:t>margen total</a:t>
          </a:r>
          <a:r>
            <a:rPr lang="es-CO" b="0" i="0" baseline="0"/>
            <a:t> y las 3 con menor margen.</a:t>
          </a:r>
          <a:endParaRPr lang="en-US"/>
        </a:p>
      </dgm:t>
    </dgm:pt>
    <dgm:pt modelId="{F8264E26-F1C8-48EB-A297-9E0650E08782}" type="parTrans" cxnId="{06AFBD52-6C1C-41A7-97D3-EEDEAB6F1048}">
      <dgm:prSet/>
      <dgm:spPr/>
      <dgm:t>
        <a:bodyPr/>
        <a:lstStyle/>
        <a:p>
          <a:endParaRPr lang="en-US"/>
        </a:p>
      </dgm:t>
    </dgm:pt>
    <dgm:pt modelId="{F5EBA0FE-477C-49F7-86E0-35DEA30B1525}" type="sibTrans" cxnId="{06AFBD52-6C1C-41A7-97D3-EEDEAB6F1048}">
      <dgm:prSet/>
      <dgm:spPr/>
      <dgm:t>
        <a:bodyPr/>
        <a:lstStyle/>
        <a:p>
          <a:endParaRPr lang="en-US"/>
        </a:p>
      </dgm:t>
    </dgm:pt>
    <dgm:pt modelId="{F46B0382-D116-41A6-BD8E-30ABEBF23731}">
      <dgm:prSet/>
      <dgm:spPr/>
      <dgm:t>
        <a:bodyPr/>
        <a:lstStyle/>
        <a:p>
          <a:r>
            <a:rPr lang="es-CO" b="0" i="0" baseline="0"/>
            <a:t>¿Qué patrón ves en términos de precios, cantidades o descuentos?</a:t>
          </a:r>
          <a:endParaRPr lang="en-US"/>
        </a:p>
      </dgm:t>
    </dgm:pt>
    <dgm:pt modelId="{1562370A-1282-43EC-A0E9-83DBCFCD9066}" type="parTrans" cxnId="{442F7997-E8FE-4351-AC93-7CB37A0E1298}">
      <dgm:prSet/>
      <dgm:spPr/>
      <dgm:t>
        <a:bodyPr/>
        <a:lstStyle/>
        <a:p>
          <a:endParaRPr lang="en-US"/>
        </a:p>
      </dgm:t>
    </dgm:pt>
    <dgm:pt modelId="{BAC7EEDC-FBE2-4AF7-A663-B4924F2EF41E}" type="sibTrans" cxnId="{442F7997-E8FE-4351-AC93-7CB37A0E1298}">
      <dgm:prSet/>
      <dgm:spPr/>
      <dgm:t>
        <a:bodyPr/>
        <a:lstStyle/>
        <a:p>
          <a:endParaRPr lang="en-US"/>
        </a:p>
      </dgm:t>
    </dgm:pt>
    <dgm:pt modelId="{2CD5D483-CEC8-4FCA-A821-385207306ED9}">
      <dgm:prSet/>
      <dgm:spPr/>
      <dgm:t>
        <a:bodyPr/>
        <a:lstStyle/>
        <a:p>
          <a:r>
            <a:rPr lang="es-CO" b="1" i="0" baseline="0"/>
            <a:t>Descuentos y rentabilidad</a:t>
          </a:r>
          <a:endParaRPr lang="en-US"/>
        </a:p>
      </dgm:t>
    </dgm:pt>
    <dgm:pt modelId="{348E505E-CC8F-4F4B-A843-939804A9CAE7}" type="parTrans" cxnId="{B72DF690-E045-43D0-B286-C9B2AE0A8958}">
      <dgm:prSet/>
      <dgm:spPr/>
      <dgm:t>
        <a:bodyPr/>
        <a:lstStyle/>
        <a:p>
          <a:endParaRPr lang="en-US"/>
        </a:p>
      </dgm:t>
    </dgm:pt>
    <dgm:pt modelId="{F448F20E-F864-458F-9818-770925476E5C}" type="sibTrans" cxnId="{B72DF690-E045-43D0-B286-C9B2AE0A8958}">
      <dgm:prSet/>
      <dgm:spPr/>
      <dgm:t>
        <a:bodyPr/>
        <a:lstStyle/>
        <a:p>
          <a:endParaRPr lang="en-US"/>
        </a:p>
      </dgm:t>
    </dgm:pt>
    <dgm:pt modelId="{1FC136C1-70BD-4C21-83F0-57967F3EDAE4}">
      <dgm:prSet/>
      <dgm:spPr/>
      <dgm:t>
        <a:bodyPr/>
        <a:lstStyle/>
        <a:p>
          <a:r>
            <a:rPr lang="es-CO" b="0" i="0" baseline="0"/>
            <a:t>¿Qué relación existe entre el </a:t>
          </a:r>
          <a:r>
            <a:rPr lang="es-CO" b="1" i="0" baseline="0"/>
            <a:t>descuento_pct</a:t>
          </a:r>
          <a:r>
            <a:rPr lang="es-CO" b="0" i="0" baseline="0"/>
            <a:t> y el </a:t>
          </a:r>
          <a:r>
            <a:rPr lang="es-CO" b="1" i="0" baseline="0"/>
            <a:t>margen_total_cop</a:t>
          </a:r>
          <a:r>
            <a:rPr lang="es-CO" b="0" i="0" baseline="0"/>
            <a:t>?</a:t>
          </a:r>
          <a:endParaRPr lang="en-US"/>
        </a:p>
      </dgm:t>
    </dgm:pt>
    <dgm:pt modelId="{9D45452B-D2F7-4BB3-BF6F-39095059275C}" type="parTrans" cxnId="{7BFCE0E4-0AF3-40B6-A215-27EEB5A057C8}">
      <dgm:prSet/>
      <dgm:spPr/>
      <dgm:t>
        <a:bodyPr/>
        <a:lstStyle/>
        <a:p>
          <a:endParaRPr lang="en-US"/>
        </a:p>
      </dgm:t>
    </dgm:pt>
    <dgm:pt modelId="{B555BFFF-1010-4F8F-9772-4F9FC775817F}" type="sibTrans" cxnId="{7BFCE0E4-0AF3-40B6-A215-27EEB5A057C8}">
      <dgm:prSet/>
      <dgm:spPr/>
      <dgm:t>
        <a:bodyPr/>
        <a:lstStyle/>
        <a:p>
          <a:endParaRPr lang="en-US"/>
        </a:p>
      </dgm:t>
    </dgm:pt>
    <dgm:pt modelId="{30924422-A6BA-4759-8653-F83A91F8FCA3}">
      <dgm:prSet/>
      <dgm:spPr/>
      <dgm:t>
        <a:bodyPr/>
        <a:lstStyle/>
        <a:p>
          <a:r>
            <a:rPr lang="es-CO" b="0" i="0" baseline="0"/>
            <a:t>¿Algún rango de descuento parece </a:t>
          </a:r>
          <a:r>
            <a:rPr lang="es-CO" b="1" i="0" baseline="0"/>
            <a:t>destruir margen</a:t>
          </a:r>
          <a:r>
            <a:rPr lang="es-CO" b="0" i="0" baseline="0"/>
            <a:t> de forma sistemática?</a:t>
          </a:r>
          <a:endParaRPr lang="en-US"/>
        </a:p>
      </dgm:t>
    </dgm:pt>
    <dgm:pt modelId="{AECFBC4E-9E3C-4597-AD0D-4289F0C821A3}" type="parTrans" cxnId="{56736380-1830-4033-8FC1-0E8AAEFFD437}">
      <dgm:prSet/>
      <dgm:spPr/>
      <dgm:t>
        <a:bodyPr/>
        <a:lstStyle/>
        <a:p>
          <a:endParaRPr lang="en-US"/>
        </a:p>
      </dgm:t>
    </dgm:pt>
    <dgm:pt modelId="{1C604BC7-7D9B-4F12-9611-39590347A1FD}" type="sibTrans" cxnId="{56736380-1830-4033-8FC1-0E8AAEFFD437}">
      <dgm:prSet/>
      <dgm:spPr/>
      <dgm:t>
        <a:bodyPr/>
        <a:lstStyle/>
        <a:p>
          <a:endParaRPr lang="en-US"/>
        </a:p>
      </dgm:t>
    </dgm:pt>
    <dgm:pt modelId="{6EE153F4-7718-4E57-89AF-C32C86BE4A39}" type="pres">
      <dgm:prSet presAssocID="{CACDC944-F89A-4606-A5D1-BD34A4561CF6}" presName="Name0" presStyleCnt="0">
        <dgm:presLayoutVars>
          <dgm:dir/>
          <dgm:animLvl val="lvl"/>
          <dgm:resizeHandles val="exact"/>
        </dgm:presLayoutVars>
      </dgm:prSet>
      <dgm:spPr/>
    </dgm:pt>
    <dgm:pt modelId="{A65EAF98-C24E-4ACE-853E-949AE51A58F4}" type="pres">
      <dgm:prSet presAssocID="{779D3CCC-4DB5-4AA5-BA32-F97E444A25B4}" presName="composite" presStyleCnt="0"/>
      <dgm:spPr/>
    </dgm:pt>
    <dgm:pt modelId="{59797577-E83B-4F58-83F2-30DD8E86D6EE}" type="pres">
      <dgm:prSet presAssocID="{779D3CCC-4DB5-4AA5-BA32-F97E444A25B4}" presName="parTx" presStyleLbl="alignNode1" presStyleIdx="0" presStyleCnt="4">
        <dgm:presLayoutVars>
          <dgm:chMax val="0"/>
          <dgm:chPref val="0"/>
          <dgm:bulletEnabled val="1"/>
        </dgm:presLayoutVars>
      </dgm:prSet>
      <dgm:spPr/>
    </dgm:pt>
    <dgm:pt modelId="{E5BC0024-BB07-4DE7-8BCE-18E383DB1331}" type="pres">
      <dgm:prSet presAssocID="{779D3CCC-4DB5-4AA5-BA32-F97E444A25B4}" presName="desTx" presStyleLbl="alignAccFollowNode1" presStyleIdx="0" presStyleCnt="4">
        <dgm:presLayoutVars>
          <dgm:bulletEnabled val="1"/>
        </dgm:presLayoutVars>
      </dgm:prSet>
      <dgm:spPr/>
    </dgm:pt>
    <dgm:pt modelId="{C6C04FB4-66CC-4416-BBAB-8C3263EE07FE}" type="pres">
      <dgm:prSet presAssocID="{14CCFA93-0883-45D2-A3CE-BD38DA631748}" presName="space" presStyleCnt="0"/>
      <dgm:spPr/>
    </dgm:pt>
    <dgm:pt modelId="{227D28EB-5A4A-4255-A5EF-A0C2A7D87616}" type="pres">
      <dgm:prSet presAssocID="{391C0BBC-A58E-4DF5-93C0-A922CF343BCF}" presName="composite" presStyleCnt="0"/>
      <dgm:spPr/>
    </dgm:pt>
    <dgm:pt modelId="{9574662B-535A-4F9C-8193-3B6AC2767C29}" type="pres">
      <dgm:prSet presAssocID="{391C0BBC-A58E-4DF5-93C0-A922CF343BCF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</dgm:pt>
    <dgm:pt modelId="{65BAC9ED-0A57-46B6-91D7-64B41D6203A5}" type="pres">
      <dgm:prSet presAssocID="{391C0BBC-A58E-4DF5-93C0-A922CF343BCF}" presName="desTx" presStyleLbl="alignAccFollowNode1" presStyleIdx="1" presStyleCnt="4">
        <dgm:presLayoutVars>
          <dgm:bulletEnabled val="1"/>
        </dgm:presLayoutVars>
      </dgm:prSet>
      <dgm:spPr/>
    </dgm:pt>
    <dgm:pt modelId="{28CF53FB-D480-44BF-A943-A8B4F2FE0293}" type="pres">
      <dgm:prSet presAssocID="{F3B469DD-6DF9-40DB-90A8-6B509AD7BF6D}" presName="space" presStyleCnt="0"/>
      <dgm:spPr/>
    </dgm:pt>
    <dgm:pt modelId="{18EA7A36-7A25-46B0-AA26-5B00B8EDB292}" type="pres">
      <dgm:prSet presAssocID="{43DADB42-E3C0-4448-89B4-F018F7392B49}" presName="composite" presStyleCnt="0"/>
      <dgm:spPr/>
    </dgm:pt>
    <dgm:pt modelId="{9324B64B-FA38-4074-9053-244CE93FFC41}" type="pres">
      <dgm:prSet presAssocID="{43DADB42-E3C0-4448-89B4-F018F7392B49}" presName="parTx" presStyleLbl="alignNode1" presStyleIdx="2" presStyleCnt="4">
        <dgm:presLayoutVars>
          <dgm:chMax val="0"/>
          <dgm:chPref val="0"/>
          <dgm:bulletEnabled val="1"/>
        </dgm:presLayoutVars>
      </dgm:prSet>
      <dgm:spPr/>
    </dgm:pt>
    <dgm:pt modelId="{CE31F52F-CA5F-4065-AB23-783DCB6F6828}" type="pres">
      <dgm:prSet presAssocID="{43DADB42-E3C0-4448-89B4-F018F7392B49}" presName="desTx" presStyleLbl="alignAccFollowNode1" presStyleIdx="2" presStyleCnt="4">
        <dgm:presLayoutVars>
          <dgm:bulletEnabled val="1"/>
        </dgm:presLayoutVars>
      </dgm:prSet>
      <dgm:spPr/>
    </dgm:pt>
    <dgm:pt modelId="{CC57F955-B46F-4F5A-B9FC-6EF6A55B51E8}" type="pres">
      <dgm:prSet presAssocID="{58520D97-39E8-468E-A4B7-838D40FCDD73}" presName="space" presStyleCnt="0"/>
      <dgm:spPr/>
    </dgm:pt>
    <dgm:pt modelId="{706EEA3B-A8E6-473E-A3F9-B9162169E11A}" type="pres">
      <dgm:prSet presAssocID="{2CD5D483-CEC8-4FCA-A821-385207306ED9}" presName="composite" presStyleCnt="0"/>
      <dgm:spPr/>
    </dgm:pt>
    <dgm:pt modelId="{FC009C5D-A88D-4FD3-A647-442B7375A797}" type="pres">
      <dgm:prSet presAssocID="{2CD5D483-CEC8-4FCA-A821-385207306ED9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</dgm:pt>
    <dgm:pt modelId="{F8B186E3-0214-4FE9-8D9B-839714549900}" type="pres">
      <dgm:prSet presAssocID="{2CD5D483-CEC8-4FCA-A821-385207306ED9}" presName="desTx" presStyleLbl="alignAccFollowNode1" presStyleIdx="3" presStyleCnt="4">
        <dgm:presLayoutVars>
          <dgm:bulletEnabled val="1"/>
        </dgm:presLayoutVars>
      </dgm:prSet>
      <dgm:spPr/>
    </dgm:pt>
  </dgm:ptLst>
  <dgm:cxnLst>
    <dgm:cxn modelId="{0FAC2106-4DE0-4940-BC95-42A676328B4E}" type="presOf" srcId="{362F6612-F229-43DD-B406-802C5126C7B6}" destId="{E5BC0024-BB07-4DE7-8BCE-18E383DB1331}" srcOrd="0" destOrd="1" presId="urn:microsoft.com/office/officeart/2005/8/layout/hList1"/>
    <dgm:cxn modelId="{5AABB415-280D-4A58-A513-2123D74371E0}" type="presOf" srcId="{E72FEDCA-A701-4E00-8C8F-184A4200B644}" destId="{CE31F52F-CA5F-4065-AB23-783DCB6F6828}" srcOrd="0" destOrd="0" presId="urn:microsoft.com/office/officeart/2005/8/layout/hList1"/>
    <dgm:cxn modelId="{D5DD3724-22A1-425E-B02B-73AFBBC4A67F}" type="presOf" srcId="{163B0FCC-0D38-4BEE-A725-D6C6C9C0C5AF}" destId="{65BAC9ED-0A57-46B6-91D7-64B41D6203A5}" srcOrd="0" destOrd="3" presId="urn:microsoft.com/office/officeart/2005/8/layout/hList1"/>
    <dgm:cxn modelId="{23FB5B24-2DFB-4ACD-B51B-C3E51EDDCB2A}" type="presOf" srcId="{1FC136C1-70BD-4C21-83F0-57967F3EDAE4}" destId="{F8B186E3-0214-4FE9-8D9B-839714549900}" srcOrd="0" destOrd="0" presId="urn:microsoft.com/office/officeart/2005/8/layout/hList1"/>
    <dgm:cxn modelId="{D6C55825-B1DB-41BD-B554-7F99F8A6845B}" type="presOf" srcId="{779D3CCC-4DB5-4AA5-BA32-F97E444A25B4}" destId="{59797577-E83B-4F58-83F2-30DD8E86D6EE}" srcOrd="0" destOrd="0" presId="urn:microsoft.com/office/officeart/2005/8/layout/hList1"/>
    <dgm:cxn modelId="{1A23E12C-E804-4FCC-B123-B6C69795BEF6}" srcId="{CACDC944-F89A-4606-A5D1-BD34A4561CF6}" destId="{43DADB42-E3C0-4448-89B4-F018F7392B49}" srcOrd="2" destOrd="0" parTransId="{D2587222-C449-402E-B259-AAD29A15785B}" sibTransId="{58520D97-39E8-468E-A4B7-838D40FCDD73}"/>
    <dgm:cxn modelId="{45337640-7FEF-4E05-8646-4AF0EAB32D7C}" type="presOf" srcId="{B07A8FA7-079D-4FA1-9835-412AAFE1F0B0}" destId="{65BAC9ED-0A57-46B6-91D7-64B41D6203A5}" srcOrd="0" destOrd="1" presId="urn:microsoft.com/office/officeart/2005/8/layout/hList1"/>
    <dgm:cxn modelId="{7E72005F-2F62-495F-B3D6-192047B77D62}" type="presOf" srcId="{8391E145-6826-4F86-BD10-DE8D5617A1A3}" destId="{65BAC9ED-0A57-46B6-91D7-64B41D6203A5}" srcOrd="0" destOrd="2" presId="urn:microsoft.com/office/officeart/2005/8/layout/hList1"/>
    <dgm:cxn modelId="{83E4F948-9EE7-4550-A596-F3477BE511E9}" type="presOf" srcId="{30924422-A6BA-4759-8653-F83A91F8FCA3}" destId="{F8B186E3-0214-4FE9-8D9B-839714549900}" srcOrd="0" destOrd="1" presId="urn:microsoft.com/office/officeart/2005/8/layout/hList1"/>
    <dgm:cxn modelId="{1C9C134C-B979-417F-A54E-46906D17F210}" srcId="{391C0BBC-A58E-4DF5-93C0-A922CF343BCF}" destId="{163B0FCC-0D38-4BEE-A725-D6C6C9C0C5AF}" srcOrd="1" destOrd="0" parTransId="{F17ADF8C-18B8-4FB7-BB1D-FD30CC425380}" sibTransId="{F08F4B8F-808C-424F-87B3-509C1AEE15A5}"/>
    <dgm:cxn modelId="{05FF2472-A12B-4C35-8834-87C45CD79A1C}" srcId="{779D3CCC-4DB5-4AA5-BA32-F97E444A25B4}" destId="{80EC2072-EEFE-4115-A331-2099E0F12658}" srcOrd="0" destOrd="0" parTransId="{6B5C42A6-3980-42C0-ABD8-01EA195D546A}" sibTransId="{7E37FFE0-D442-48D4-B417-9D418E9DFA24}"/>
    <dgm:cxn modelId="{06AFBD52-6C1C-41A7-97D3-EEDEAB6F1048}" srcId="{43DADB42-E3C0-4448-89B4-F018F7392B49}" destId="{E72FEDCA-A701-4E00-8C8F-184A4200B644}" srcOrd="0" destOrd="0" parTransId="{F8264E26-F1C8-48EB-A297-9E0650E08782}" sibTransId="{F5EBA0FE-477C-49F7-86E0-35DEA30B1525}"/>
    <dgm:cxn modelId="{0784E672-167F-43CB-B250-4AB69C3FD995}" type="presOf" srcId="{F46B0382-D116-41A6-BD8E-30ABEBF23731}" destId="{CE31F52F-CA5F-4065-AB23-783DCB6F6828}" srcOrd="0" destOrd="1" presId="urn:microsoft.com/office/officeart/2005/8/layout/hList1"/>
    <dgm:cxn modelId="{8C19415A-64BF-43CA-A784-A03DBB11A182}" srcId="{779D3CCC-4DB5-4AA5-BA32-F97E444A25B4}" destId="{362F6612-F229-43DD-B406-802C5126C7B6}" srcOrd="1" destOrd="0" parTransId="{170FFDFE-1709-451E-B89C-8CE01E11308C}" sibTransId="{F7850306-1BF1-4547-BBBD-159835D91409}"/>
    <dgm:cxn modelId="{C85CC17C-15DB-4A3A-B282-971533C73A42}" type="presOf" srcId="{2CD5D483-CEC8-4FCA-A821-385207306ED9}" destId="{FC009C5D-A88D-4FD3-A647-442B7375A797}" srcOrd="0" destOrd="0" presId="urn:microsoft.com/office/officeart/2005/8/layout/hList1"/>
    <dgm:cxn modelId="{56736380-1830-4033-8FC1-0E8AAEFFD437}" srcId="{2CD5D483-CEC8-4FCA-A821-385207306ED9}" destId="{30924422-A6BA-4759-8653-F83A91F8FCA3}" srcOrd="1" destOrd="0" parTransId="{AECFBC4E-9E3C-4597-AD0D-4289F0C821A3}" sibTransId="{1C604BC7-7D9B-4F12-9611-39590347A1FD}"/>
    <dgm:cxn modelId="{5EBE2B86-DF5B-4D29-AA22-50D3582C9F76}" type="presOf" srcId="{CACDC944-F89A-4606-A5D1-BD34A4561CF6}" destId="{6EE153F4-7718-4E57-89AF-C32C86BE4A39}" srcOrd="0" destOrd="0" presId="urn:microsoft.com/office/officeart/2005/8/layout/hList1"/>
    <dgm:cxn modelId="{57658188-85F0-46E9-BEDB-DD0517519776}" srcId="{391C0BBC-A58E-4DF5-93C0-A922CF343BCF}" destId="{657078FA-BF1D-4F35-BF55-A40ECF8697DD}" srcOrd="0" destOrd="0" parTransId="{F7228C45-352A-422D-8434-E75A5414A118}" sibTransId="{4D37E0FC-3E43-43D0-9623-ECC2EAD58E33}"/>
    <dgm:cxn modelId="{BA0A078A-BB52-4B87-97C9-341ACE9794BC}" srcId="{657078FA-BF1D-4F35-BF55-A40ECF8697DD}" destId="{8391E145-6826-4F86-BD10-DE8D5617A1A3}" srcOrd="1" destOrd="0" parTransId="{AD82EA4A-EAB9-4AA6-89FA-E95C23C91BE3}" sibTransId="{99B15077-5ABC-4EED-9EA4-D15749546BF5}"/>
    <dgm:cxn modelId="{1684348C-E715-4A4A-B7B6-EB8678FD4013}" srcId="{CACDC944-F89A-4606-A5D1-BD34A4561CF6}" destId="{779D3CCC-4DB5-4AA5-BA32-F97E444A25B4}" srcOrd="0" destOrd="0" parTransId="{B01E37C3-09C5-4EB7-A75D-2E6CDAD09FD3}" sibTransId="{14CCFA93-0883-45D2-A3CE-BD38DA631748}"/>
    <dgm:cxn modelId="{B72DF690-E045-43D0-B286-C9B2AE0A8958}" srcId="{CACDC944-F89A-4606-A5D1-BD34A4561CF6}" destId="{2CD5D483-CEC8-4FCA-A821-385207306ED9}" srcOrd="3" destOrd="0" parTransId="{348E505E-CC8F-4F4B-A843-939804A9CAE7}" sibTransId="{F448F20E-F864-458F-9818-770925476E5C}"/>
    <dgm:cxn modelId="{34117895-DBA1-487F-BFCC-7EAF93D34D22}" type="presOf" srcId="{43DADB42-E3C0-4448-89B4-F018F7392B49}" destId="{9324B64B-FA38-4074-9053-244CE93FFC41}" srcOrd="0" destOrd="0" presId="urn:microsoft.com/office/officeart/2005/8/layout/hList1"/>
    <dgm:cxn modelId="{442F7997-E8FE-4351-AC93-7CB37A0E1298}" srcId="{43DADB42-E3C0-4448-89B4-F018F7392B49}" destId="{F46B0382-D116-41A6-BD8E-30ABEBF23731}" srcOrd="1" destOrd="0" parTransId="{1562370A-1282-43EC-A0E9-83DBCFCD9066}" sibTransId="{BAC7EEDC-FBE2-4AF7-A663-B4924F2EF41E}"/>
    <dgm:cxn modelId="{75EA1A9A-4093-435E-A4E2-E463467755D2}" srcId="{657078FA-BF1D-4F35-BF55-A40ECF8697DD}" destId="{B07A8FA7-079D-4FA1-9835-412AAFE1F0B0}" srcOrd="0" destOrd="0" parTransId="{7A13BB39-8D28-4E1B-8D96-847A3B750A70}" sibTransId="{ABF5EC66-22C6-4B74-985F-59297EC1B904}"/>
    <dgm:cxn modelId="{772368CA-68AB-4797-9E9E-3A4265EC2E7B}" srcId="{CACDC944-F89A-4606-A5D1-BD34A4561CF6}" destId="{391C0BBC-A58E-4DF5-93C0-A922CF343BCF}" srcOrd="1" destOrd="0" parTransId="{B755836F-9111-4C2A-8F88-313CE96DA27D}" sibTransId="{F3B469DD-6DF9-40DB-90A8-6B509AD7BF6D}"/>
    <dgm:cxn modelId="{1D1068E3-2FC5-4122-91F0-C46F3A39E6B9}" type="presOf" srcId="{80EC2072-EEFE-4115-A331-2099E0F12658}" destId="{E5BC0024-BB07-4DE7-8BCE-18E383DB1331}" srcOrd="0" destOrd="0" presId="urn:microsoft.com/office/officeart/2005/8/layout/hList1"/>
    <dgm:cxn modelId="{7BFCE0E4-0AF3-40B6-A215-27EEB5A057C8}" srcId="{2CD5D483-CEC8-4FCA-A821-385207306ED9}" destId="{1FC136C1-70BD-4C21-83F0-57967F3EDAE4}" srcOrd="0" destOrd="0" parTransId="{9D45452B-D2F7-4BB3-BF6F-39095059275C}" sibTransId="{B555BFFF-1010-4F8F-9772-4F9FC775817F}"/>
    <dgm:cxn modelId="{C1DB7DF0-4CE7-4686-BFE6-4668D074AEC3}" type="presOf" srcId="{657078FA-BF1D-4F35-BF55-A40ECF8697DD}" destId="{65BAC9ED-0A57-46B6-91D7-64B41D6203A5}" srcOrd="0" destOrd="0" presId="urn:microsoft.com/office/officeart/2005/8/layout/hList1"/>
    <dgm:cxn modelId="{666EC3F7-D5B5-4B7D-BBDE-5669503D1C22}" type="presOf" srcId="{391C0BBC-A58E-4DF5-93C0-A922CF343BCF}" destId="{9574662B-535A-4F9C-8193-3B6AC2767C29}" srcOrd="0" destOrd="0" presId="urn:microsoft.com/office/officeart/2005/8/layout/hList1"/>
    <dgm:cxn modelId="{F5B1FAE5-1AD5-4B4B-894D-AE26DF76A752}" type="presParOf" srcId="{6EE153F4-7718-4E57-89AF-C32C86BE4A39}" destId="{A65EAF98-C24E-4ACE-853E-949AE51A58F4}" srcOrd="0" destOrd="0" presId="urn:microsoft.com/office/officeart/2005/8/layout/hList1"/>
    <dgm:cxn modelId="{7BB1B17B-0B56-41E2-9150-1FCAC50236E9}" type="presParOf" srcId="{A65EAF98-C24E-4ACE-853E-949AE51A58F4}" destId="{59797577-E83B-4F58-83F2-30DD8E86D6EE}" srcOrd="0" destOrd="0" presId="urn:microsoft.com/office/officeart/2005/8/layout/hList1"/>
    <dgm:cxn modelId="{76518052-844C-47BA-975B-C9EC4884CC9F}" type="presParOf" srcId="{A65EAF98-C24E-4ACE-853E-949AE51A58F4}" destId="{E5BC0024-BB07-4DE7-8BCE-18E383DB1331}" srcOrd="1" destOrd="0" presId="urn:microsoft.com/office/officeart/2005/8/layout/hList1"/>
    <dgm:cxn modelId="{B5AA1450-CADC-4159-B55A-CBB8F3670E81}" type="presParOf" srcId="{6EE153F4-7718-4E57-89AF-C32C86BE4A39}" destId="{C6C04FB4-66CC-4416-BBAB-8C3263EE07FE}" srcOrd="1" destOrd="0" presId="urn:microsoft.com/office/officeart/2005/8/layout/hList1"/>
    <dgm:cxn modelId="{5EBFB150-F159-490E-9A68-33BB4820B2DA}" type="presParOf" srcId="{6EE153F4-7718-4E57-89AF-C32C86BE4A39}" destId="{227D28EB-5A4A-4255-A5EF-A0C2A7D87616}" srcOrd="2" destOrd="0" presId="urn:microsoft.com/office/officeart/2005/8/layout/hList1"/>
    <dgm:cxn modelId="{A1619330-9F27-4638-8983-AED3C1DE4DF0}" type="presParOf" srcId="{227D28EB-5A4A-4255-A5EF-A0C2A7D87616}" destId="{9574662B-535A-4F9C-8193-3B6AC2767C29}" srcOrd="0" destOrd="0" presId="urn:microsoft.com/office/officeart/2005/8/layout/hList1"/>
    <dgm:cxn modelId="{5A78B636-A03A-454D-999B-0039C598BB93}" type="presParOf" srcId="{227D28EB-5A4A-4255-A5EF-A0C2A7D87616}" destId="{65BAC9ED-0A57-46B6-91D7-64B41D6203A5}" srcOrd="1" destOrd="0" presId="urn:microsoft.com/office/officeart/2005/8/layout/hList1"/>
    <dgm:cxn modelId="{3DC4F832-2577-452F-9720-95E8CDD7D425}" type="presParOf" srcId="{6EE153F4-7718-4E57-89AF-C32C86BE4A39}" destId="{28CF53FB-D480-44BF-A943-A8B4F2FE0293}" srcOrd="3" destOrd="0" presId="urn:microsoft.com/office/officeart/2005/8/layout/hList1"/>
    <dgm:cxn modelId="{3177462D-F6F3-4438-8265-01062DDFFAC5}" type="presParOf" srcId="{6EE153F4-7718-4E57-89AF-C32C86BE4A39}" destId="{18EA7A36-7A25-46B0-AA26-5B00B8EDB292}" srcOrd="4" destOrd="0" presId="urn:microsoft.com/office/officeart/2005/8/layout/hList1"/>
    <dgm:cxn modelId="{33F41E8A-FA21-400B-9DBF-13EACC7CC9DF}" type="presParOf" srcId="{18EA7A36-7A25-46B0-AA26-5B00B8EDB292}" destId="{9324B64B-FA38-4074-9053-244CE93FFC41}" srcOrd="0" destOrd="0" presId="urn:microsoft.com/office/officeart/2005/8/layout/hList1"/>
    <dgm:cxn modelId="{3A9846A9-701C-4832-BC9E-B9D995E03AF9}" type="presParOf" srcId="{18EA7A36-7A25-46B0-AA26-5B00B8EDB292}" destId="{CE31F52F-CA5F-4065-AB23-783DCB6F6828}" srcOrd="1" destOrd="0" presId="urn:microsoft.com/office/officeart/2005/8/layout/hList1"/>
    <dgm:cxn modelId="{853D9F9E-604B-4836-9F06-1AC27CD5B089}" type="presParOf" srcId="{6EE153F4-7718-4E57-89AF-C32C86BE4A39}" destId="{CC57F955-B46F-4F5A-B9FC-6EF6A55B51E8}" srcOrd="5" destOrd="0" presId="urn:microsoft.com/office/officeart/2005/8/layout/hList1"/>
    <dgm:cxn modelId="{8579F922-9E7B-4DF8-9066-FFBF5B73A019}" type="presParOf" srcId="{6EE153F4-7718-4E57-89AF-C32C86BE4A39}" destId="{706EEA3B-A8E6-473E-A3F9-B9162169E11A}" srcOrd="6" destOrd="0" presId="urn:microsoft.com/office/officeart/2005/8/layout/hList1"/>
    <dgm:cxn modelId="{25B84065-FC26-42E2-AD7E-7575885D118C}" type="presParOf" srcId="{706EEA3B-A8E6-473E-A3F9-B9162169E11A}" destId="{FC009C5D-A88D-4FD3-A647-442B7375A797}" srcOrd="0" destOrd="0" presId="urn:microsoft.com/office/officeart/2005/8/layout/hList1"/>
    <dgm:cxn modelId="{163958E4-DADA-41EC-AD8D-8B3117A8885E}" type="presParOf" srcId="{706EEA3B-A8E6-473E-A3F9-B9162169E11A}" destId="{F8B186E3-0214-4FE9-8D9B-839714549900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BE927C9-0E35-4E1B-BAB1-FB9572EF20F0}" type="doc">
      <dgm:prSet loTypeId="urn:microsoft.com/office/officeart/2005/8/layout/hList1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s-CO"/>
        </a:p>
      </dgm:t>
    </dgm:pt>
    <dgm:pt modelId="{1DA8B7A9-82FE-45AB-9ABA-D5878ABCD700}">
      <dgm:prSet/>
      <dgm:spPr/>
      <dgm:t>
        <a:bodyPr/>
        <a:lstStyle/>
        <a:p>
          <a:r>
            <a:rPr lang="es-CO" b="1" i="0" baseline="0"/>
            <a:t>Matriz categoría x región</a:t>
          </a:r>
          <a:endParaRPr lang="es-CO"/>
        </a:p>
      </dgm:t>
    </dgm:pt>
    <dgm:pt modelId="{7907521D-6DD2-43D9-ADE1-A14A5F4252E5}" type="parTrans" cxnId="{320C76E0-8863-4949-9DE9-4B4E9B7BF708}">
      <dgm:prSet/>
      <dgm:spPr/>
      <dgm:t>
        <a:bodyPr/>
        <a:lstStyle/>
        <a:p>
          <a:endParaRPr lang="es-CO"/>
        </a:p>
      </dgm:t>
    </dgm:pt>
    <dgm:pt modelId="{3D0238E7-37CB-4C4D-8381-C22237C1E6AE}" type="sibTrans" cxnId="{320C76E0-8863-4949-9DE9-4B4E9B7BF708}">
      <dgm:prSet/>
      <dgm:spPr/>
      <dgm:t>
        <a:bodyPr/>
        <a:lstStyle/>
        <a:p>
          <a:endParaRPr lang="es-CO"/>
        </a:p>
      </dgm:t>
    </dgm:pt>
    <dgm:pt modelId="{5433A44E-1ADC-4072-9984-2A659FC7F425}">
      <dgm:prSet/>
      <dgm:spPr/>
      <dgm:t>
        <a:bodyPr/>
        <a:lstStyle/>
        <a:p>
          <a:r>
            <a:rPr lang="es-CO" b="0" i="0" baseline="0"/>
            <a:t>Construye una matriz </a:t>
          </a:r>
          <a:r>
            <a:rPr lang="es-CO" b="1" i="0" baseline="0"/>
            <a:t>Categoría vs Región</a:t>
          </a:r>
          <a:r>
            <a:rPr lang="es-CO" b="0" i="0" baseline="0"/>
            <a:t> con:</a:t>
          </a:r>
          <a:endParaRPr lang="es-CO"/>
        </a:p>
      </dgm:t>
    </dgm:pt>
    <dgm:pt modelId="{29D7926E-711C-4F3B-8479-70277BE44FD4}" type="parTrans" cxnId="{430FB24E-5B3E-4875-9D9D-1B343D9B60B7}">
      <dgm:prSet/>
      <dgm:spPr/>
      <dgm:t>
        <a:bodyPr/>
        <a:lstStyle/>
        <a:p>
          <a:endParaRPr lang="es-CO"/>
        </a:p>
      </dgm:t>
    </dgm:pt>
    <dgm:pt modelId="{60B9F3E3-A94E-4069-97B2-47AB3CBFFE48}" type="sibTrans" cxnId="{430FB24E-5B3E-4875-9D9D-1B343D9B60B7}">
      <dgm:prSet/>
      <dgm:spPr/>
      <dgm:t>
        <a:bodyPr/>
        <a:lstStyle/>
        <a:p>
          <a:endParaRPr lang="es-CO"/>
        </a:p>
      </dgm:t>
    </dgm:pt>
    <dgm:pt modelId="{5C70631E-1A0C-4394-B299-F008884BD024}">
      <dgm:prSet/>
      <dgm:spPr/>
      <dgm:t>
        <a:bodyPr/>
        <a:lstStyle/>
        <a:p>
          <a:r>
            <a:rPr lang="es-CO" b="0" i="0" baseline="0"/>
            <a:t>Ventas totales</a:t>
          </a:r>
          <a:endParaRPr lang="es-CO"/>
        </a:p>
      </dgm:t>
    </dgm:pt>
    <dgm:pt modelId="{CC3DE34D-7A42-4C0E-8611-D82C303ED539}" type="parTrans" cxnId="{2E6930CF-3C45-4FEB-9913-2EB488BD4151}">
      <dgm:prSet/>
      <dgm:spPr/>
      <dgm:t>
        <a:bodyPr/>
        <a:lstStyle/>
        <a:p>
          <a:endParaRPr lang="es-CO"/>
        </a:p>
      </dgm:t>
    </dgm:pt>
    <dgm:pt modelId="{D3B39E2B-D76E-424A-83BA-41266A22BC33}" type="sibTrans" cxnId="{2E6930CF-3C45-4FEB-9913-2EB488BD4151}">
      <dgm:prSet/>
      <dgm:spPr/>
      <dgm:t>
        <a:bodyPr/>
        <a:lstStyle/>
        <a:p>
          <a:endParaRPr lang="es-CO"/>
        </a:p>
      </dgm:t>
    </dgm:pt>
    <dgm:pt modelId="{F02A21C8-651D-4A59-9617-3752A6879EE5}">
      <dgm:prSet/>
      <dgm:spPr/>
      <dgm:t>
        <a:bodyPr/>
        <a:lstStyle/>
        <a:p>
          <a:r>
            <a:rPr lang="es-CO" b="0" i="0" baseline="0"/>
            <a:t>Margen total</a:t>
          </a:r>
          <a:endParaRPr lang="es-CO"/>
        </a:p>
      </dgm:t>
    </dgm:pt>
    <dgm:pt modelId="{94216531-7646-4453-9E83-E40AA302C4CF}" type="parTrans" cxnId="{B834E21A-9EF1-4C11-882C-487D9B2E9B88}">
      <dgm:prSet/>
      <dgm:spPr/>
      <dgm:t>
        <a:bodyPr/>
        <a:lstStyle/>
        <a:p>
          <a:endParaRPr lang="es-CO"/>
        </a:p>
      </dgm:t>
    </dgm:pt>
    <dgm:pt modelId="{99F5F0EA-679B-452A-80F4-5E6B3B84DC38}" type="sibTrans" cxnId="{B834E21A-9EF1-4C11-882C-487D9B2E9B88}">
      <dgm:prSet/>
      <dgm:spPr/>
      <dgm:t>
        <a:bodyPr/>
        <a:lstStyle/>
        <a:p>
          <a:endParaRPr lang="es-CO"/>
        </a:p>
      </dgm:t>
    </dgm:pt>
    <dgm:pt modelId="{BF512FCC-932D-47D7-9D55-EB52B7BBF87D}">
      <dgm:prSet/>
      <dgm:spPr/>
      <dgm:t>
        <a:bodyPr/>
        <a:lstStyle/>
        <a:p>
          <a:r>
            <a:rPr lang="es-CO" b="0" i="0" baseline="0"/>
            <a:t>Margen % aproximado (margen / subtotal)</a:t>
          </a:r>
          <a:endParaRPr lang="es-CO"/>
        </a:p>
      </dgm:t>
    </dgm:pt>
    <dgm:pt modelId="{249E5775-5B4A-4BB1-8EBA-9B0ACC6DC3E3}" type="parTrans" cxnId="{5AA6A15C-E5F8-4903-AE4C-8A0302B707D2}">
      <dgm:prSet/>
      <dgm:spPr/>
      <dgm:t>
        <a:bodyPr/>
        <a:lstStyle/>
        <a:p>
          <a:endParaRPr lang="es-CO"/>
        </a:p>
      </dgm:t>
    </dgm:pt>
    <dgm:pt modelId="{06159C3B-48CD-4A76-A118-604653E3B8AA}" type="sibTrans" cxnId="{5AA6A15C-E5F8-4903-AE4C-8A0302B707D2}">
      <dgm:prSet/>
      <dgm:spPr/>
      <dgm:t>
        <a:bodyPr/>
        <a:lstStyle/>
        <a:p>
          <a:endParaRPr lang="es-CO"/>
        </a:p>
      </dgm:t>
    </dgm:pt>
    <dgm:pt modelId="{F3045CC0-D9FB-4312-BD10-D5DD6E2C85E7}">
      <dgm:prSet/>
      <dgm:spPr/>
      <dgm:t>
        <a:bodyPr/>
        <a:lstStyle/>
        <a:p>
          <a:r>
            <a:rPr lang="es-CO" b="0" i="0" baseline="0"/>
            <a:t>¿En qué región se aprovecha mejor cada categoría?</a:t>
          </a:r>
          <a:endParaRPr lang="es-CO"/>
        </a:p>
      </dgm:t>
    </dgm:pt>
    <dgm:pt modelId="{41526817-1A48-44DD-8240-BD262C7301C4}" type="parTrans" cxnId="{D536A668-0DAB-4F2C-A50A-2531B7801AEC}">
      <dgm:prSet/>
      <dgm:spPr/>
      <dgm:t>
        <a:bodyPr/>
        <a:lstStyle/>
        <a:p>
          <a:endParaRPr lang="es-CO"/>
        </a:p>
      </dgm:t>
    </dgm:pt>
    <dgm:pt modelId="{39D21F62-245C-406F-8DC0-2585925AC6D9}" type="sibTrans" cxnId="{D536A668-0DAB-4F2C-A50A-2531B7801AEC}">
      <dgm:prSet/>
      <dgm:spPr/>
      <dgm:t>
        <a:bodyPr/>
        <a:lstStyle/>
        <a:p>
          <a:endParaRPr lang="es-CO"/>
        </a:p>
      </dgm:t>
    </dgm:pt>
    <dgm:pt modelId="{F74F2263-2FD6-4BA5-9E4B-CE7D4832D401}">
      <dgm:prSet/>
      <dgm:spPr/>
      <dgm:t>
        <a:bodyPr/>
        <a:lstStyle/>
        <a:p>
          <a:r>
            <a:rPr lang="es-CO" b="1" i="0" baseline="0"/>
            <a:t>Ciudades clave</a:t>
          </a:r>
          <a:endParaRPr lang="es-CO"/>
        </a:p>
      </dgm:t>
    </dgm:pt>
    <dgm:pt modelId="{4F2FB4ED-D645-4C92-B11A-8EC469BE23CC}" type="parTrans" cxnId="{AC06847F-89A0-4951-A7F3-64358767215A}">
      <dgm:prSet/>
      <dgm:spPr/>
      <dgm:t>
        <a:bodyPr/>
        <a:lstStyle/>
        <a:p>
          <a:endParaRPr lang="es-CO"/>
        </a:p>
      </dgm:t>
    </dgm:pt>
    <dgm:pt modelId="{B24A7B07-A8D3-4431-AEC8-19C143541FD0}" type="sibTrans" cxnId="{AC06847F-89A0-4951-A7F3-64358767215A}">
      <dgm:prSet/>
      <dgm:spPr/>
      <dgm:t>
        <a:bodyPr/>
        <a:lstStyle/>
        <a:p>
          <a:endParaRPr lang="es-CO"/>
        </a:p>
      </dgm:t>
    </dgm:pt>
    <dgm:pt modelId="{54462DF1-DF48-4871-BEED-14858B9810AB}">
      <dgm:prSet/>
      <dgm:spPr/>
      <dgm:t>
        <a:bodyPr/>
        <a:lstStyle/>
        <a:p>
          <a:r>
            <a:rPr lang="es-CO" b="0" i="0" baseline="0"/>
            <a:t>Identifica las </a:t>
          </a:r>
          <a:r>
            <a:rPr lang="es-CO" b="1" i="0" baseline="0"/>
            <a:t>5 ciudades</a:t>
          </a:r>
          <a:r>
            <a:rPr lang="es-CO" b="0" i="0" baseline="0"/>
            <a:t> con mayor contribución al </a:t>
          </a:r>
          <a:r>
            <a:rPr lang="es-CO" b="1" i="0" baseline="0"/>
            <a:t>margen total</a:t>
          </a:r>
          <a:r>
            <a:rPr lang="es-CO" b="0" i="0" baseline="0"/>
            <a:t>.</a:t>
          </a:r>
          <a:endParaRPr lang="es-CO"/>
        </a:p>
      </dgm:t>
    </dgm:pt>
    <dgm:pt modelId="{413A5E0D-B553-4438-A6DE-6DBEAE0D1F87}" type="parTrans" cxnId="{BDB970FB-67D9-47AD-AF6C-B81301BDAF49}">
      <dgm:prSet/>
      <dgm:spPr/>
      <dgm:t>
        <a:bodyPr/>
        <a:lstStyle/>
        <a:p>
          <a:endParaRPr lang="es-CO"/>
        </a:p>
      </dgm:t>
    </dgm:pt>
    <dgm:pt modelId="{D53AD76E-CCED-491B-94AA-78BB4A16514C}" type="sibTrans" cxnId="{BDB970FB-67D9-47AD-AF6C-B81301BDAF49}">
      <dgm:prSet/>
      <dgm:spPr/>
      <dgm:t>
        <a:bodyPr/>
        <a:lstStyle/>
        <a:p>
          <a:endParaRPr lang="es-CO"/>
        </a:p>
      </dgm:t>
    </dgm:pt>
    <dgm:pt modelId="{81B117EB-3E58-4D66-AD6E-9624EE6EF652}">
      <dgm:prSet/>
      <dgm:spPr/>
      <dgm:t>
        <a:bodyPr/>
        <a:lstStyle/>
        <a:p>
          <a:r>
            <a:rPr lang="es-CO" b="0" i="0" baseline="0"/>
            <a:t>¿Dependen de pocas categorías o tienen portafolio diversificado?</a:t>
          </a:r>
          <a:endParaRPr lang="es-CO"/>
        </a:p>
      </dgm:t>
    </dgm:pt>
    <dgm:pt modelId="{72C2054C-AD36-4F95-9869-5573BC42E81E}" type="parTrans" cxnId="{60DEFD18-A367-451D-903A-026ED6D4C1E1}">
      <dgm:prSet/>
      <dgm:spPr/>
      <dgm:t>
        <a:bodyPr/>
        <a:lstStyle/>
        <a:p>
          <a:endParaRPr lang="es-CO"/>
        </a:p>
      </dgm:t>
    </dgm:pt>
    <dgm:pt modelId="{1569F17D-2E25-4EEE-8AFC-4BB28659B005}" type="sibTrans" cxnId="{60DEFD18-A367-451D-903A-026ED6D4C1E1}">
      <dgm:prSet/>
      <dgm:spPr/>
      <dgm:t>
        <a:bodyPr/>
        <a:lstStyle/>
        <a:p>
          <a:endParaRPr lang="es-CO"/>
        </a:p>
      </dgm:t>
    </dgm:pt>
    <dgm:pt modelId="{99CD7968-E615-4D70-B786-9DE40BC237EF}">
      <dgm:prSet/>
      <dgm:spPr/>
      <dgm:t>
        <a:bodyPr/>
        <a:lstStyle/>
        <a:p>
          <a:r>
            <a:rPr lang="es-CO" b="1" i="0" baseline="0"/>
            <a:t>Segmentos de clientes</a:t>
          </a:r>
          <a:endParaRPr lang="es-CO"/>
        </a:p>
      </dgm:t>
    </dgm:pt>
    <dgm:pt modelId="{F1298953-F674-44C2-B485-BB8853766148}" type="parTrans" cxnId="{BC6B23A9-2690-4035-BFE4-01B67794EFFE}">
      <dgm:prSet/>
      <dgm:spPr/>
      <dgm:t>
        <a:bodyPr/>
        <a:lstStyle/>
        <a:p>
          <a:endParaRPr lang="es-CO"/>
        </a:p>
      </dgm:t>
    </dgm:pt>
    <dgm:pt modelId="{04EA9071-E768-46D4-BD59-7AE7DDB125D5}" type="sibTrans" cxnId="{BC6B23A9-2690-4035-BFE4-01B67794EFFE}">
      <dgm:prSet/>
      <dgm:spPr/>
      <dgm:t>
        <a:bodyPr/>
        <a:lstStyle/>
        <a:p>
          <a:endParaRPr lang="es-CO"/>
        </a:p>
      </dgm:t>
    </dgm:pt>
    <dgm:pt modelId="{D7216C4F-9563-4040-9813-2602E558268B}">
      <dgm:prSet/>
      <dgm:spPr/>
      <dgm:t>
        <a:bodyPr/>
        <a:lstStyle/>
        <a:p>
          <a:r>
            <a:rPr lang="es-CO" b="0" i="0" baseline="0"/>
            <a:t>Compara los segmentos (Constructora, Taller Automotriz, etc.) en:</a:t>
          </a:r>
          <a:endParaRPr lang="es-CO"/>
        </a:p>
      </dgm:t>
    </dgm:pt>
    <dgm:pt modelId="{F7E55D19-E68C-4AF3-8F96-7D228454DA0B}" type="parTrans" cxnId="{14C59B69-13BC-40BD-B583-30A78996CB6C}">
      <dgm:prSet/>
      <dgm:spPr/>
      <dgm:t>
        <a:bodyPr/>
        <a:lstStyle/>
        <a:p>
          <a:endParaRPr lang="es-CO"/>
        </a:p>
      </dgm:t>
    </dgm:pt>
    <dgm:pt modelId="{863DED4D-2DF6-48F5-9E2B-85A55A47E905}" type="sibTrans" cxnId="{14C59B69-13BC-40BD-B583-30A78996CB6C}">
      <dgm:prSet/>
      <dgm:spPr/>
      <dgm:t>
        <a:bodyPr/>
        <a:lstStyle/>
        <a:p>
          <a:endParaRPr lang="es-CO"/>
        </a:p>
      </dgm:t>
    </dgm:pt>
    <dgm:pt modelId="{84F6C0F4-B921-4EB8-B9E7-7EEF11203E99}">
      <dgm:prSet/>
      <dgm:spPr/>
      <dgm:t>
        <a:bodyPr/>
        <a:lstStyle/>
        <a:p>
          <a:r>
            <a:rPr lang="es-CO" b="0" i="0" baseline="0"/>
            <a:t>Ticket promedio</a:t>
          </a:r>
          <a:endParaRPr lang="es-CO"/>
        </a:p>
      </dgm:t>
    </dgm:pt>
    <dgm:pt modelId="{B5D9F94C-9724-4663-8F39-0B957E35B6F2}" type="parTrans" cxnId="{FF93B3E3-9164-4DAF-B5DF-A5B80733BB97}">
      <dgm:prSet/>
      <dgm:spPr/>
      <dgm:t>
        <a:bodyPr/>
        <a:lstStyle/>
        <a:p>
          <a:endParaRPr lang="es-CO"/>
        </a:p>
      </dgm:t>
    </dgm:pt>
    <dgm:pt modelId="{413B458B-874D-48DC-A6E1-109C4ABCAC9B}" type="sibTrans" cxnId="{FF93B3E3-9164-4DAF-B5DF-A5B80733BB97}">
      <dgm:prSet/>
      <dgm:spPr/>
      <dgm:t>
        <a:bodyPr/>
        <a:lstStyle/>
        <a:p>
          <a:endParaRPr lang="es-CO"/>
        </a:p>
      </dgm:t>
    </dgm:pt>
    <dgm:pt modelId="{668372BA-6444-4EE0-A401-7EDF21662F3B}">
      <dgm:prSet/>
      <dgm:spPr/>
      <dgm:t>
        <a:bodyPr/>
        <a:lstStyle/>
        <a:p>
          <a:r>
            <a:rPr lang="es-CO" b="0" i="0" baseline="0"/>
            <a:t>Frecuencia de compras</a:t>
          </a:r>
          <a:endParaRPr lang="es-CO"/>
        </a:p>
      </dgm:t>
    </dgm:pt>
    <dgm:pt modelId="{EA9C55F3-670E-4898-A5CF-7094FE3E4F5C}" type="parTrans" cxnId="{B633CB05-3046-4AE8-8ACE-94129B8FC48B}">
      <dgm:prSet/>
      <dgm:spPr/>
      <dgm:t>
        <a:bodyPr/>
        <a:lstStyle/>
        <a:p>
          <a:endParaRPr lang="es-CO"/>
        </a:p>
      </dgm:t>
    </dgm:pt>
    <dgm:pt modelId="{C41C53C6-2279-4AA5-A790-A82623BFAF2C}" type="sibTrans" cxnId="{B633CB05-3046-4AE8-8ACE-94129B8FC48B}">
      <dgm:prSet/>
      <dgm:spPr/>
      <dgm:t>
        <a:bodyPr/>
        <a:lstStyle/>
        <a:p>
          <a:endParaRPr lang="es-CO"/>
        </a:p>
      </dgm:t>
    </dgm:pt>
    <dgm:pt modelId="{57F6243F-F847-48C5-826D-23E50D51CE05}">
      <dgm:prSet/>
      <dgm:spPr/>
      <dgm:t>
        <a:bodyPr/>
        <a:lstStyle/>
        <a:p>
          <a:r>
            <a:rPr lang="es-CO" b="0" i="0" baseline="0"/>
            <a:t>Margen promedio</a:t>
          </a:r>
          <a:endParaRPr lang="es-CO"/>
        </a:p>
      </dgm:t>
    </dgm:pt>
    <dgm:pt modelId="{0DF50EAC-5B26-412C-A0B4-AD8E0BF1E0BF}" type="parTrans" cxnId="{C638BAA7-AD01-4FFF-BFD3-AE02F6C3ECD5}">
      <dgm:prSet/>
      <dgm:spPr/>
      <dgm:t>
        <a:bodyPr/>
        <a:lstStyle/>
        <a:p>
          <a:endParaRPr lang="es-CO"/>
        </a:p>
      </dgm:t>
    </dgm:pt>
    <dgm:pt modelId="{6513C296-1CC3-441F-95EC-9533BDAD8FDA}" type="sibTrans" cxnId="{C638BAA7-AD01-4FFF-BFD3-AE02F6C3ECD5}">
      <dgm:prSet/>
      <dgm:spPr/>
      <dgm:t>
        <a:bodyPr/>
        <a:lstStyle/>
        <a:p>
          <a:endParaRPr lang="es-CO"/>
        </a:p>
      </dgm:t>
    </dgm:pt>
    <dgm:pt modelId="{6200CF86-59A4-4564-BF57-D13925CC26AF}">
      <dgm:prSet/>
      <dgm:spPr/>
      <dgm:t>
        <a:bodyPr/>
        <a:lstStyle/>
        <a:p>
          <a:r>
            <a:rPr lang="es-CO" b="0" i="0" baseline="0"/>
            <a:t>¿Qué segmento es más </a:t>
          </a:r>
          <a:r>
            <a:rPr lang="es-CO" b="1" i="0" baseline="0"/>
            <a:t>estratégico</a:t>
          </a:r>
          <a:r>
            <a:rPr lang="es-CO" b="0" i="0" baseline="0"/>
            <a:t> para la compañía?</a:t>
          </a:r>
          <a:endParaRPr lang="es-CO"/>
        </a:p>
      </dgm:t>
    </dgm:pt>
    <dgm:pt modelId="{A4A45C85-6467-4F3C-9B2A-D0A897C0D3D9}" type="parTrans" cxnId="{9CCC7E7E-9742-4CC6-B73E-0FB3C6C5D4AF}">
      <dgm:prSet/>
      <dgm:spPr/>
      <dgm:t>
        <a:bodyPr/>
        <a:lstStyle/>
        <a:p>
          <a:endParaRPr lang="es-CO"/>
        </a:p>
      </dgm:t>
    </dgm:pt>
    <dgm:pt modelId="{05697B64-EBC6-410C-8BBD-A4D36E54664F}" type="sibTrans" cxnId="{9CCC7E7E-9742-4CC6-B73E-0FB3C6C5D4AF}">
      <dgm:prSet/>
      <dgm:spPr/>
      <dgm:t>
        <a:bodyPr/>
        <a:lstStyle/>
        <a:p>
          <a:endParaRPr lang="es-CO"/>
        </a:p>
      </dgm:t>
    </dgm:pt>
    <dgm:pt modelId="{33D9D78E-3C3B-42BF-B0D2-B1EB3F2AF3F5}">
      <dgm:prSet/>
      <dgm:spPr/>
      <dgm:t>
        <a:bodyPr/>
        <a:lstStyle/>
        <a:p>
          <a:r>
            <a:rPr lang="es-CO" b="1" i="0" baseline="0"/>
            <a:t>Tipo de venta y riesgo</a:t>
          </a:r>
          <a:endParaRPr lang="es-CO"/>
        </a:p>
      </dgm:t>
    </dgm:pt>
    <dgm:pt modelId="{FFEA5A50-FA7E-4356-816D-3FE203D7086F}" type="parTrans" cxnId="{7E21C407-A21B-40AA-9D5C-767B4CA36ECC}">
      <dgm:prSet/>
      <dgm:spPr/>
      <dgm:t>
        <a:bodyPr/>
        <a:lstStyle/>
        <a:p>
          <a:endParaRPr lang="es-CO"/>
        </a:p>
      </dgm:t>
    </dgm:pt>
    <dgm:pt modelId="{9FDDE28B-735C-47C4-BDC7-21F9C0DB7BC9}" type="sibTrans" cxnId="{7E21C407-A21B-40AA-9D5C-767B4CA36ECC}">
      <dgm:prSet/>
      <dgm:spPr/>
      <dgm:t>
        <a:bodyPr/>
        <a:lstStyle/>
        <a:p>
          <a:endParaRPr lang="es-CO"/>
        </a:p>
      </dgm:t>
    </dgm:pt>
    <dgm:pt modelId="{5E1BA704-44E3-4DAB-87DC-ABD3ECD1FFEA}">
      <dgm:prSet/>
      <dgm:spPr/>
      <dgm:t>
        <a:bodyPr/>
        <a:lstStyle/>
        <a:p>
          <a:r>
            <a:rPr lang="es-CO" b="0" i="0" baseline="0"/>
            <a:t>¿Cómo se distribuyen las ventas entre </a:t>
          </a:r>
          <a:r>
            <a:rPr lang="es-CO" b="1" i="0" baseline="0"/>
            <a:t>Contado</a:t>
          </a:r>
          <a:r>
            <a:rPr lang="es-CO" b="0" i="0" baseline="0"/>
            <a:t> y </a:t>
          </a:r>
          <a:r>
            <a:rPr lang="es-CO" b="1" i="0" baseline="0"/>
            <a:t>Crédito 30, 60, 90 días</a:t>
          </a:r>
          <a:r>
            <a:rPr lang="es-CO" b="0" i="0" baseline="0"/>
            <a:t>?</a:t>
          </a:r>
          <a:endParaRPr lang="es-CO"/>
        </a:p>
      </dgm:t>
    </dgm:pt>
    <dgm:pt modelId="{0A9567F5-AE86-4A9F-A636-A61F58522EF0}" type="parTrans" cxnId="{019D5311-9323-4C16-814E-B1E2799F8AA4}">
      <dgm:prSet/>
      <dgm:spPr/>
      <dgm:t>
        <a:bodyPr/>
        <a:lstStyle/>
        <a:p>
          <a:endParaRPr lang="es-CO"/>
        </a:p>
      </dgm:t>
    </dgm:pt>
    <dgm:pt modelId="{81218ADF-9252-4F87-AA2D-A67796BF7E51}" type="sibTrans" cxnId="{019D5311-9323-4C16-814E-B1E2799F8AA4}">
      <dgm:prSet/>
      <dgm:spPr/>
      <dgm:t>
        <a:bodyPr/>
        <a:lstStyle/>
        <a:p>
          <a:endParaRPr lang="es-CO"/>
        </a:p>
      </dgm:t>
    </dgm:pt>
    <dgm:pt modelId="{48C59BDE-9EED-42E2-9007-7BB4C30ECE2B}">
      <dgm:prSet/>
      <dgm:spPr/>
      <dgm:t>
        <a:bodyPr/>
        <a:lstStyle/>
        <a:p>
          <a:r>
            <a:rPr lang="es-CO" b="0" i="0" baseline="0"/>
            <a:t>¿Cuál de estos tipos de venta genera mayor margen total?</a:t>
          </a:r>
          <a:endParaRPr lang="es-CO"/>
        </a:p>
      </dgm:t>
    </dgm:pt>
    <dgm:pt modelId="{F2C753B1-7C17-4FA9-822E-F37D1669AEA0}" type="parTrans" cxnId="{7AD0C245-2D51-47F4-8963-9B219B0374EC}">
      <dgm:prSet/>
      <dgm:spPr/>
      <dgm:t>
        <a:bodyPr/>
        <a:lstStyle/>
        <a:p>
          <a:endParaRPr lang="es-CO"/>
        </a:p>
      </dgm:t>
    </dgm:pt>
    <dgm:pt modelId="{69CBED61-0BE8-4B12-BAA3-FF2D260B32BB}" type="sibTrans" cxnId="{7AD0C245-2D51-47F4-8963-9B219B0374EC}">
      <dgm:prSet/>
      <dgm:spPr/>
      <dgm:t>
        <a:bodyPr/>
        <a:lstStyle/>
        <a:p>
          <a:endParaRPr lang="es-CO"/>
        </a:p>
      </dgm:t>
    </dgm:pt>
    <dgm:pt modelId="{A60DA36E-EDA7-4088-AD0C-1C63BBFC6A02}">
      <dgm:prSet/>
      <dgm:spPr/>
      <dgm:t>
        <a:bodyPr/>
        <a:lstStyle/>
        <a:p>
          <a:r>
            <a:rPr lang="es-CO" b="0" i="0" baseline="0"/>
            <a:t>¿Hay trade-off entre mayor margen y mayor riesgo?</a:t>
          </a:r>
          <a:endParaRPr lang="es-CO"/>
        </a:p>
      </dgm:t>
    </dgm:pt>
    <dgm:pt modelId="{09BDB9CC-E50A-41CE-AF84-DC904B3D7E1E}" type="parTrans" cxnId="{BA6CE21D-107E-4580-A280-C7FA0DA30419}">
      <dgm:prSet/>
      <dgm:spPr/>
      <dgm:t>
        <a:bodyPr/>
        <a:lstStyle/>
        <a:p>
          <a:endParaRPr lang="es-CO"/>
        </a:p>
      </dgm:t>
    </dgm:pt>
    <dgm:pt modelId="{19EFD2FC-738C-4ADD-AA0F-28D85B4B6BC2}" type="sibTrans" cxnId="{BA6CE21D-107E-4580-A280-C7FA0DA30419}">
      <dgm:prSet/>
      <dgm:spPr/>
      <dgm:t>
        <a:bodyPr/>
        <a:lstStyle/>
        <a:p>
          <a:endParaRPr lang="es-CO"/>
        </a:p>
      </dgm:t>
    </dgm:pt>
    <dgm:pt modelId="{B8E5EBE1-AD03-4E59-89E8-EDE192C063B6}" type="pres">
      <dgm:prSet presAssocID="{1BE927C9-0E35-4E1B-BAB1-FB9572EF20F0}" presName="Name0" presStyleCnt="0">
        <dgm:presLayoutVars>
          <dgm:dir/>
          <dgm:animLvl val="lvl"/>
          <dgm:resizeHandles val="exact"/>
        </dgm:presLayoutVars>
      </dgm:prSet>
      <dgm:spPr/>
    </dgm:pt>
    <dgm:pt modelId="{4B878D34-7EFE-4FB5-9BA1-C75C18376591}" type="pres">
      <dgm:prSet presAssocID="{1DA8B7A9-82FE-45AB-9ABA-D5878ABCD700}" presName="composite" presStyleCnt="0"/>
      <dgm:spPr/>
    </dgm:pt>
    <dgm:pt modelId="{F8541718-6BDC-4253-B849-8EE3D8CB9E5B}" type="pres">
      <dgm:prSet presAssocID="{1DA8B7A9-82FE-45AB-9ABA-D5878ABCD700}" presName="parTx" presStyleLbl="alignNode1" presStyleIdx="0" presStyleCnt="4">
        <dgm:presLayoutVars>
          <dgm:chMax val="0"/>
          <dgm:chPref val="0"/>
          <dgm:bulletEnabled val="1"/>
        </dgm:presLayoutVars>
      </dgm:prSet>
      <dgm:spPr/>
    </dgm:pt>
    <dgm:pt modelId="{280568BC-0E4D-4033-8154-2654E676A84C}" type="pres">
      <dgm:prSet presAssocID="{1DA8B7A9-82FE-45AB-9ABA-D5878ABCD700}" presName="desTx" presStyleLbl="alignAccFollowNode1" presStyleIdx="0" presStyleCnt="4">
        <dgm:presLayoutVars>
          <dgm:bulletEnabled val="1"/>
        </dgm:presLayoutVars>
      </dgm:prSet>
      <dgm:spPr/>
    </dgm:pt>
    <dgm:pt modelId="{FE0ED43A-BAFC-40BC-8298-6B09D1BAFF99}" type="pres">
      <dgm:prSet presAssocID="{3D0238E7-37CB-4C4D-8381-C22237C1E6AE}" presName="space" presStyleCnt="0"/>
      <dgm:spPr/>
    </dgm:pt>
    <dgm:pt modelId="{7BA20D37-2277-4AA0-8686-4362DDF8200B}" type="pres">
      <dgm:prSet presAssocID="{F74F2263-2FD6-4BA5-9E4B-CE7D4832D401}" presName="composite" presStyleCnt="0"/>
      <dgm:spPr/>
    </dgm:pt>
    <dgm:pt modelId="{6619851B-7125-41A0-8EBD-E9727BA66D7E}" type="pres">
      <dgm:prSet presAssocID="{F74F2263-2FD6-4BA5-9E4B-CE7D4832D401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</dgm:pt>
    <dgm:pt modelId="{6F480A53-32F0-44CE-9FCF-13D7431B02A4}" type="pres">
      <dgm:prSet presAssocID="{F74F2263-2FD6-4BA5-9E4B-CE7D4832D401}" presName="desTx" presStyleLbl="alignAccFollowNode1" presStyleIdx="1" presStyleCnt="4">
        <dgm:presLayoutVars>
          <dgm:bulletEnabled val="1"/>
        </dgm:presLayoutVars>
      </dgm:prSet>
      <dgm:spPr/>
    </dgm:pt>
    <dgm:pt modelId="{217D56EF-2EED-496C-BFBE-62902449E1CD}" type="pres">
      <dgm:prSet presAssocID="{B24A7B07-A8D3-4431-AEC8-19C143541FD0}" presName="space" presStyleCnt="0"/>
      <dgm:spPr/>
    </dgm:pt>
    <dgm:pt modelId="{9B0D0B00-87D5-4EDF-9B54-71E80704404D}" type="pres">
      <dgm:prSet presAssocID="{99CD7968-E615-4D70-B786-9DE40BC237EF}" presName="composite" presStyleCnt="0"/>
      <dgm:spPr/>
    </dgm:pt>
    <dgm:pt modelId="{5D16D58E-D4C0-4BC7-9BB2-8C91989C9A71}" type="pres">
      <dgm:prSet presAssocID="{99CD7968-E615-4D70-B786-9DE40BC237EF}" presName="parTx" presStyleLbl="alignNode1" presStyleIdx="2" presStyleCnt="4">
        <dgm:presLayoutVars>
          <dgm:chMax val="0"/>
          <dgm:chPref val="0"/>
          <dgm:bulletEnabled val="1"/>
        </dgm:presLayoutVars>
      </dgm:prSet>
      <dgm:spPr/>
    </dgm:pt>
    <dgm:pt modelId="{27B0A3D7-225F-42B7-AFE7-0F1A5C3C624B}" type="pres">
      <dgm:prSet presAssocID="{99CD7968-E615-4D70-B786-9DE40BC237EF}" presName="desTx" presStyleLbl="alignAccFollowNode1" presStyleIdx="2" presStyleCnt="4">
        <dgm:presLayoutVars>
          <dgm:bulletEnabled val="1"/>
        </dgm:presLayoutVars>
      </dgm:prSet>
      <dgm:spPr/>
    </dgm:pt>
    <dgm:pt modelId="{32E7A258-C464-4110-B512-46DE5F5C8962}" type="pres">
      <dgm:prSet presAssocID="{04EA9071-E768-46D4-BD59-7AE7DDB125D5}" presName="space" presStyleCnt="0"/>
      <dgm:spPr/>
    </dgm:pt>
    <dgm:pt modelId="{C51FEE34-B1CC-49B6-8387-317A12AB3A34}" type="pres">
      <dgm:prSet presAssocID="{33D9D78E-3C3B-42BF-B0D2-B1EB3F2AF3F5}" presName="composite" presStyleCnt="0"/>
      <dgm:spPr/>
    </dgm:pt>
    <dgm:pt modelId="{54124AB7-330E-4F85-9090-5647FB9619BA}" type="pres">
      <dgm:prSet presAssocID="{33D9D78E-3C3B-42BF-B0D2-B1EB3F2AF3F5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</dgm:pt>
    <dgm:pt modelId="{3B0E06FF-025D-4415-8F6B-7696E75A86B8}" type="pres">
      <dgm:prSet presAssocID="{33D9D78E-3C3B-42BF-B0D2-B1EB3F2AF3F5}" presName="desTx" presStyleLbl="alignAccFollowNode1" presStyleIdx="3" presStyleCnt="4">
        <dgm:presLayoutVars>
          <dgm:bulletEnabled val="1"/>
        </dgm:presLayoutVars>
      </dgm:prSet>
      <dgm:spPr/>
    </dgm:pt>
  </dgm:ptLst>
  <dgm:cxnLst>
    <dgm:cxn modelId="{B633CB05-3046-4AE8-8ACE-94129B8FC48B}" srcId="{D7216C4F-9563-4040-9813-2602E558268B}" destId="{668372BA-6444-4EE0-A401-7EDF21662F3B}" srcOrd="1" destOrd="0" parTransId="{EA9C55F3-670E-4898-A5CF-7094FE3E4F5C}" sibTransId="{C41C53C6-2279-4AA5-A790-A82623BFAF2C}"/>
    <dgm:cxn modelId="{7E21C407-A21B-40AA-9D5C-767B4CA36ECC}" srcId="{1BE927C9-0E35-4E1B-BAB1-FB9572EF20F0}" destId="{33D9D78E-3C3B-42BF-B0D2-B1EB3F2AF3F5}" srcOrd="3" destOrd="0" parTransId="{FFEA5A50-FA7E-4356-816D-3FE203D7086F}" sibTransId="{9FDDE28B-735C-47C4-BDC7-21F9C0DB7BC9}"/>
    <dgm:cxn modelId="{019D5311-9323-4C16-814E-B1E2799F8AA4}" srcId="{33D9D78E-3C3B-42BF-B0D2-B1EB3F2AF3F5}" destId="{5E1BA704-44E3-4DAB-87DC-ABD3ECD1FFEA}" srcOrd="0" destOrd="0" parTransId="{0A9567F5-AE86-4A9F-A636-A61F58522EF0}" sibTransId="{81218ADF-9252-4F87-AA2D-A67796BF7E51}"/>
    <dgm:cxn modelId="{60DEFD18-A367-451D-903A-026ED6D4C1E1}" srcId="{F74F2263-2FD6-4BA5-9E4B-CE7D4832D401}" destId="{81B117EB-3E58-4D66-AD6E-9624EE6EF652}" srcOrd="1" destOrd="0" parTransId="{72C2054C-AD36-4F95-9869-5573BC42E81E}" sibTransId="{1569F17D-2E25-4EEE-8AFC-4BB28659B005}"/>
    <dgm:cxn modelId="{B834E21A-9EF1-4C11-882C-487D9B2E9B88}" srcId="{5433A44E-1ADC-4072-9984-2A659FC7F425}" destId="{F02A21C8-651D-4A59-9617-3752A6879EE5}" srcOrd="1" destOrd="0" parTransId="{94216531-7646-4453-9E83-E40AA302C4CF}" sibTransId="{99F5F0EA-679B-452A-80F4-5E6B3B84DC38}"/>
    <dgm:cxn modelId="{BA6CE21D-107E-4580-A280-C7FA0DA30419}" srcId="{33D9D78E-3C3B-42BF-B0D2-B1EB3F2AF3F5}" destId="{A60DA36E-EDA7-4088-AD0C-1C63BBFC6A02}" srcOrd="2" destOrd="0" parTransId="{09BDB9CC-E50A-41CE-AF84-DC904B3D7E1E}" sibTransId="{19EFD2FC-738C-4ADD-AA0F-28D85B4B6BC2}"/>
    <dgm:cxn modelId="{C3F6BD3F-E1A3-40E1-A22A-7C33DE56D3AF}" type="presOf" srcId="{F02A21C8-651D-4A59-9617-3752A6879EE5}" destId="{280568BC-0E4D-4033-8154-2654E676A84C}" srcOrd="0" destOrd="2" presId="urn:microsoft.com/office/officeart/2005/8/layout/hList1"/>
    <dgm:cxn modelId="{5AA6A15C-E5F8-4903-AE4C-8A0302B707D2}" srcId="{5433A44E-1ADC-4072-9984-2A659FC7F425}" destId="{BF512FCC-932D-47D7-9D55-EB52B7BBF87D}" srcOrd="2" destOrd="0" parTransId="{249E5775-5B4A-4BB1-8EBA-9B0ACC6DC3E3}" sibTransId="{06159C3B-48CD-4A76-A118-604653E3B8AA}"/>
    <dgm:cxn modelId="{EFF12D41-6D6B-44F8-B513-97B495C35E4A}" type="presOf" srcId="{5C70631E-1A0C-4394-B299-F008884BD024}" destId="{280568BC-0E4D-4033-8154-2654E676A84C}" srcOrd="0" destOrd="1" presId="urn:microsoft.com/office/officeart/2005/8/layout/hList1"/>
    <dgm:cxn modelId="{DB207563-5BBC-4F3E-AFAD-25C281566244}" type="presOf" srcId="{F74F2263-2FD6-4BA5-9E4B-CE7D4832D401}" destId="{6619851B-7125-41A0-8EBD-E9727BA66D7E}" srcOrd="0" destOrd="0" presId="urn:microsoft.com/office/officeart/2005/8/layout/hList1"/>
    <dgm:cxn modelId="{7AD0C245-2D51-47F4-8963-9B219B0374EC}" srcId="{33D9D78E-3C3B-42BF-B0D2-B1EB3F2AF3F5}" destId="{48C59BDE-9EED-42E2-9007-7BB4C30ECE2B}" srcOrd="1" destOrd="0" parTransId="{F2C753B1-7C17-4FA9-822E-F37D1669AEA0}" sibTransId="{69CBED61-0BE8-4B12-BAA3-FF2D260B32BB}"/>
    <dgm:cxn modelId="{D536A668-0DAB-4F2C-A50A-2531B7801AEC}" srcId="{1DA8B7A9-82FE-45AB-9ABA-D5878ABCD700}" destId="{F3045CC0-D9FB-4312-BD10-D5DD6E2C85E7}" srcOrd="1" destOrd="0" parTransId="{41526817-1A48-44DD-8240-BD262C7301C4}" sibTransId="{39D21F62-245C-406F-8DC0-2585925AC6D9}"/>
    <dgm:cxn modelId="{14C59B69-13BC-40BD-B583-30A78996CB6C}" srcId="{99CD7968-E615-4D70-B786-9DE40BC237EF}" destId="{D7216C4F-9563-4040-9813-2602E558268B}" srcOrd="0" destOrd="0" parTransId="{F7E55D19-E68C-4AF3-8F96-7D228454DA0B}" sibTransId="{863DED4D-2DF6-48F5-9E2B-85A55A47E905}"/>
    <dgm:cxn modelId="{A805384A-5EED-4C5C-93F8-FFE2DAD8A2C1}" type="presOf" srcId="{1BE927C9-0E35-4E1B-BAB1-FB9572EF20F0}" destId="{B8E5EBE1-AD03-4E59-89E8-EDE192C063B6}" srcOrd="0" destOrd="0" presId="urn:microsoft.com/office/officeart/2005/8/layout/hList1"/>
    <dgm:cxn modelId="{430FB24E-5B3E-4875-9D9D-1B343D9B60B7}" srcId="{1DA8B7A9-82FE-45AB-9ABA-D5878ABCD700}" destId="{5433A44E-1ADC-4072-9984-2A659FC7F425}" srcOrd="0" destOrd="0" parTransId="{29D7926E-711C-4F3B-8479-70277BE44FD4}" sibTransId="{60B9F3E3-A94E-4069-97B2-47AB3CBFFE48}"/>
    <dgm:cxn modelId="{77C8156F-6710-4F70-BC4A-677C651EB2CD}" type="presOf" srcId="{6200CF86-59A4-4564-BF57-D13925CC26AF}" destId="{27B0A3D7-225F-42B7-AFE7-0F1A5C3C624B}" srcOrd="0" destOrd="4" presId="urn:microsoft.com/office/officeart/2005/8/layout/hList1"/>
    <dgm:cxn modelId="{89A80E50-19A7-4AE5-9AE3-C0DB92682B5E}" type="presOf" srcId="{54462DF1-DF48-4871-BEED-14858B9810AB}" destId="{6F480A53-32F0-44CE-9FCF-13D7431B02A4}" srcOrd="0" destOrd="0" presId="urn:microsoft.com/office/officeart/2005/8/layout/hList1"/>
    <dgm:cxn modelId="{AFD83372-0CB6-4B88-932B-AE10EB906381}" type="presOf" srcId="{1DA8B7A9-82FE-45AB-9ABA-D5878ABCD700}" destId="{F8541718-6BDC-4253-B849-8EE3D8CB9E5B}" srcOrd="0" destOrd="0" presId="urn:microsoft.com/office/officeart/2005/8/layout/hList1"/>
    <dgm:cxn modelId="{4DABEF78-6A73-4062-99D2-39F902C2BD66}" type="presOf" srcId="{99CD7968-E615-4D70-B786-9DE40BC237EF}" destId="{5D16D58E-D4C0-4BC7-9BB2-8C91989C9A71}" srcOrd="0" destOrd="0" presId="urn:microsoft.com/office/officeart/2005/8/layout/hList1"/>
    <dgm:cxn modelId="{852FAA7D-13E6-4C21-922E-586DE952C0B8}" type="presOf" srcId="{81B117EB-3E58-4D66-AD6E-9624EE6EF652}" destId="{6F480A53-32F0-44CE-9FCF-13D7431B02A4}" srcOrd="0" destOrd="1" presId="urn:microsoft.com/office/officeart/2005/8/layout/hList1"/>
    <dgm:cxn modelId="{E4E6017E-1216-4469-82EE-0F32E88D215F}" type="presOf" srcId="{BF512FCC-932D-47D7-9D55-EB52B7BBF87D}" destId="{280568BC-0E4D-4033-8154-2654E676A84C}" srcOrd="0" destOrd="3" presId="urn:microsoft.com/office/officeart/2005/8/layout/hList1"/>
    <dgm:cxn modelId="{9CCC7E7E-9742-4CC6-B73E-0FB3C6C5D4AF}" srcId="{99CD7968-E615-4D70-B786-9DE40BC237EF}" destId="{6200CF86-59A4-4564-BF57-D13925CC26AF}" srcOrd="1" destOrd="0" parTransId="{A4A45C85-6467-4F3C-9B2A-D0A897C0D3D9}" sibTransId="{05697B64-EBC6-410C-8BBD-A4D36E54664F}"/>
    <dgm:cxn modelId="{AC06847F-89A0-4951-A7F3-64358767215A}" srcId="{1BE927C9-0E35-4E1B-BAB1-FB9572EF20F0}" destId="{F74F2263-2FD6-4BA5-9E4B-CE7D4832D401}" srcOrd="1" destOrd="0" parTransId="{4F2FB4ED-D645-4C92-B11A-8EC469BE23CC}" sibTransId="{B24A7B07-A8D3-4431-AEC8-19C143541FD0}"/>
    <dgm:cxn modelId="{EE0CED8E-0B2B-4A51-AF25-13416B83E3E5}" type="presOf" srcId="{5E1BA704-44E3-4DAB-87DC-ABD3ECD1FFEA}" destId="{3B0E06FF-025D-4415-8F6B-7696E75A86B8}" srcOrd="0" destOrd="0" presId="urn:microsoft.com/office/officeart/2005/8/layout/hList1"/>
    <dgm:cxn modelId="{E9C9E48F-54B7-430D-91D7-40F9350ADB80}" type="presOf" srcId="{D7216C4F-9563-4040-9813-2602E558268B}" destId="{27B0A3D7-225F-42B7-AFE7-0F1A5C3C624B}" srcOrd="0" destOrd="0" presId="urn:microsoft.com/office/officeart/2005/8/layout/hList1"/>
    <dgm:cxn modelId="{74BB7E97-2E3B-4E2B-B1DE-1959839273E8}" type="presOf" srcId="{84F6C0F4-B921-4EB8-B9E7-7EEF11203E99}" destId="{27B0A3D7-225F-42B7-AFE7-0F1A5C3C624B}" srcOrd="0" destOrd="1" presId="urn:microsoft.com/office/officeart/2005/8/layout/hList1"/>
    <dgm:cxn modelId="{C638BAA7-AD01-4FFF-BFD3-AE02F6C3ECD5}" srcId="{D7216C4F-9563-4040-9813-2602E558268B}" destId="{57F6243F-F847-48C5-826D-23E50D51CE05}" srcOrd="2" destOrd="0" parTransId="{0DF50EAC-5B26-412C-A0B4-AD8E0BF1E0BF}" sibTransId="{6513C296-1CC3-441F-95EC-9533BDAD8FDA}"/>
    <dgm:cxn modelId="{BC6B23A9-2690-4035-BFE4-01B67794EFFE}" srcId="{1BE927C9-0E35-4E1B-BAB1-FB9572EF20F0}" destId="{99CD7968-E615-4D70-B786-9DE40BC237EF}" srcOrd="2" destOrd="0" parTransId="{F1298953-F674-44C2-B485-BB8853766148}" sibTransId="{04EA9071-E768-46D4-BD59-7AE7DDB125D5}"/>
    <dgm:cxn modelId="{CC6A26AE-74C5-4CD5-A490-D37FC64E0258}" type="presOf" srcId="{33D9D78E-3C3B-42BF-B0D2-B1EB3F2AF3F5}" destId="{54124AB7-330E-4F85-9090-5647FB9619BA}" srcOrd="0" destOrd="0" presId="urn:microsoft.com/office/officeart/2005/8/layout/hList1"/>
    <dgm:cxn modelId="{6D28DFB0-C765-4692-908D-AC7D29C2748D}" type="presOf" srcId="{F3045CC0-D9FB-4312-BD10-D5DD6E2C85E7}" destId="{280568BC-0E4D-4033-8154-2654E676A84C}" srcOrd="0" destOrd="4" presId="urn:microsoft.com/office/officeart/2005/8/layout/hList1"/>
    <dgm:cxn modelId="{297614B4-145E-42AD-B629-33EA2E97D10A}" type="presOf" srcId="{5433A44E-1ADC-4072-9984-2A659FC7F425}" destId="{280568BC-0E4D-4033-8154-2654E676A84C}" srcOrd="0" destOrd="0" presId="urn:microsoft.com/office/officeart/2005/8/layout/hList1"/>
    <dgm:cxn modelId="{A2A7A9C0-3D63-4FA2-8321-614945A5D0F3}" type="presOf" srcId="{57F6243F-F847-48C5-826D-23E50D51CE05}" destId="{27B0A3D7-225F-42B7-AFE7-0F1A5C3C624B}" srcOrd="0" destOrd="3" presId="urn:microsoft.com/office/officeart/2005/8/layout/hList1"/>
    <dgm:cxn modelId="{616101C9-2AB4-4F5B-82ED-8CE84956CF43}" type="presOf" srcId="{A60DA36E-EDA7-4088-AD0C-1C63BBFC6A02}" destId="{3B0E06FF-025D-4415-8F6B-7696E75A86B8}" srcOrd="0" destOrd="2" presId="urn:microsoft.com/office/officeart/2005/8/layout/hList1"/>
    <dgm:cxn modelId="{2E6930CF-3C45-4FEB-9913-2EB488BD4151}" srcId="{5433A44E-1ADC-4072-9984-2A659FC7F425}" destId="{5C70631E-1A0C-4394-B299-F008884BD024}" srcOrd="0" destOrd="0" parTransId="{CC3DE34D-7A42-4C0E-8611-D82C303ED539}" sibTransId="{D3B39E2B-D76E-424A-83BA-41266A22BC33}"/>
    <dgm:cxn modelId="{79FA32DE-A6E5-471A-BC3D-454303136814}" type="presOf" srcId="{668372BA-6444-4EE0-A401-7EDF21662F3B}" destId="{27B0A3D7-225F-42B7-AFE7-0F1A5C3C624B}" srcOrd="0" destOrd="2" presId="urn:microsoft.com/office/officeart/2005/8/layout/hList1"/>
    <dgm:cxn modelId="{320C76E0-8863-4949-9DE9-4B4E9B7BF708}" srcId="{1BE927C9-0E35-4E1B-BAB1-FB9572EF20F0}" destId="{1DA8B7A9-82FE-45AB-9ABA-D5878ABCD700}" srcOrd="0" destOrd="0" parTransId="{7907521D-6DD2-43D9-ADE1-A14A5F4252E5}" sibTransId="{3D0238E7-37CB-4C4D-8381-C22237C1E6AE}"/>
    <dgm:cxn modelId="{FF93B3E3-9164-4DAF-B5DF-A5B80733BB97}" srcId="{D7216C4F-9563-4040-9813-2602E558268B}" destId="{84F6C0F4-B921-4EB8-B9E7-7EEF11203E99}" srcOrd="0" destOrd="0" parTransId="{B5D9F94C-9724-4663-8F39-0B957E35B6F2}" sibTransId="{413B458B-874D-48DC-A6E1-109C4ABCAC9B}"/>
    <dgm:cxn modelId="{2B66D5E8-05CE-461B-BC18-6D47CE431807}" type="presOf" srcId="{48C59BDE-9EED-42E2-9007-7BB4C30ECE2B}" destId="{3B0E06FF-025D-4415-8F6B-7696E75A86B8}" srcOrd="0" destOrd="1" presId="urn:microsoft.com/office/officeart/2005/8/layout/hList1"/>
    <dgm:cxn modelId="{BDB970FB-67D9-47AD-AF6C-B81301BDAF49}" srcId="{F74F2263-2FD6-4BA5-9E4B-CE7D4832D401}" destId="{54462DF1-DF48-4871-BEED-14858B9810AB}" srcOrd="0" destOrd="0" parTransId="{413A5E0D-B553-4438-A6DE-6DBEAE0D1F87}" sibTransId="{D53AD76E-CCED-491B-94AA-78BB4A16514C}"/>
    <dgm:cxn modelId="{0408D5E3-98CA-4CBF-8D56-792486A78C33}" type="presParOf" srcId="{B8E5EBE1-AD03-4E59-89E8-EDE192C063B6}" destId="{4B878D34-7EFE-4FB5-9BA1-C75C18376591}" srcOrd="0" destOrd="0" presId="urn:microsoft.com/office/officeart/2005/8/layout/hList1"/>
    <dgm:cxn modelId="{61FE211A-A5D5-469D-8842-2D98152B47D4}" type="presParOf" srcId="{4B878D34-7EFE-4FB5-9BA1-C75C18376591}" destId="{F8541718-6BDC-4253-B849-8EE3D8CB9E5B}" srcOrd="0" destOrd="0" presId="urn:microsoft.com/office/officeart/2005/8/layout/hList1"/>
    <dgm:cxn modelId="{0D35D2A6-629B-4105-A351-CBE83B4F1558}" type="presParOf" srcId="{4B878D34-7EFE-4FB5-9BA1-C75C18376591}" destId="{280568BC-0E4D-4033-8154-2654E676A84C}" srcOrd="1" destOrd="0" presId="urn:microsoft.com/office/officeart/2005/8/layout/hList1"/>
    <dgm:cxn modelId="{CE69E9D8-B2F3-4DA2-8AF1-54A02E7C940D}" type="presParOf" srcId="{B8E5EBE1-AD03-4E59-89E8-EDE192C063B6}" destId="{FE0ED43A-BAFC-40BC-8298-6B09D1BAFF99}" srcOrd="1" destOrd="0" presId="urn:microsoft.com/office/officeart/2005/8/layout/hList1"/>
    <dgm:cxn modelId="{682D9F0E-35C1-4103-AA90-9350341E8FDA}" type="presParOf" srcId="{B8E5EBE1-AD03-4E59-89E8-EDE192C063B6}" destId="{7BA20D37-2277-4AA0-8686-4362DDF8200B}" srcOrd="2" destOrd="0" presId="urn:microsoft.com/office/officeart/2005/8/layout/hList1"/>
    <dgm:cxn modelId="{5DC226E8-1626-4718-B1AC-3EBECD00186B}" type="presParOf" srcId="{7BA20D37-2277-4AA0-8686-4362DDF8200B}" destId="{6619851B-7125-41A0-8EBD-E9727BA66D7E}" srcOrd="0" destOrd="0" presId="urn:microsoft.com/office/officeart/2005/8/layout/hList1"/>
    <dgm:cxn modelId="{5A2AC78E-48F2-48D6-8ED0-F7E7EFDDCB45}" type="presParOf" srcId="{7BA20D37-2277-4AA0-8686-4362DDF8200B}" destId="{6F480A53-32F0-44CE-9FCF-13D7431B02A4}" srcOrd="1" destOrd="0" presId="urn:microsoft.com/office/officeart/2005/8/layout/hList1"/>
    <dgm:cxn modelId="{6017FE4E-3D0F-4839-9041-9BE2CDB9A330}" type="presParOf" srcId="{B8E5EBE1-AD03-4E59-89E8-EDE192C063B6}" destId="{217D56EF-2EED-496C-BFBE-62902449E1CD}" srcOrd="3" destOrd="0" presId="urn:microsoft.com/office/officeart/2005/8/layout/hList1"/>
    <dgm:cxn modelId="{D394FBB4-2578-422B-BB1B-33DEBA65531C}" type="presParOf" srcId="{B8E5EBE1-AD03-4E59-89E8-EDE192C063B6}" destId="{9B0D0B00-87D5-4EDF-9B54-71E80704404D}" srcOrd="4" destOrd="0" presId="urn:microsoft.com/office/officeart/2005/8/layout/hList1"/>
    <dgm:cxn modelId="{C6A4E997-1F56-474E-94F4-FFC99939AC4F}" type="presParOf" srcId="{9B0D0B00-87D5-4EDF-9B54-71E80704404D}" destId="{5D16D58E-D4C0-4BC7-9BB2-8C91989C9A71}" srcOrd="0" destOrd="0" presId="urn:microsoft.com/office/officeart/2005/8/layout/hList1"/>
    <dgm:cxn modelId="{2328ACDC-3C0E-413B-B0A1-499DB8F7F58A}" type="presParOf" srcId="{9B0D0B00-87D5-4EDF-9B54-71E80704404D}" destId="{27B0A3D7-225F-42B7-AFE7-0F1A5C3C624B}" srcOrd="1" destOrd="0" presId="urn:microsoft.com/office/officeart/2005/8/layout/hList1"/>
    <dgm:cxn modelId="{6C636E7B-D791-49A4-AD42-0DF749923C7D}" type="presParOf" srcId="{B8E5EBE1-AD03-4E59-89E8-EDE192C063B6}" destId="{32E7A258-C464-4110-B512-46DE5F5C8962}" srcOrd="5" destOrd="0" presId="urn:microsoft.com/office/officeart/2005/8/layout/hList1"/>
    <dgm:cxn modelId="{2D96B451-2C74-4EB0-8CFA-9CDE6B31E9C0}" type="presParOf" srcId="{B8E5EBE1-AD03-4E59-89E8-EDE192C063B6}" destId="{C51FEE34-B1CC-49B6-8387-317A12AB3A34}" srcOrd="6" destOrd="0" presId="urn:microsoft.com/office/officeart/2005/8/layout/hList1"/>
    <dgm:cxn modelId="{8D593D88-DC14-4140-B08E-E0F3EEDC56F6}" type="presParOf" srcId="{C51FEE34-B1CC-49B6-8387-317A12AB3A34}" destId="{54124AB7-330E-4F85-9090-5647FB9619BA}" srcOrd="0" destOrd="0" presId="urn:microsoft.com/office/officeart/2005/8/layout/hList1"/>
    <dgm:cxn modelId="{5B111F65-54AC-44A4-ABF7-B3061160011B}" type="presParOf" srcId="{C51FEE34-B1CC-49B6-8387-317A12AB3A34}" destId="{3B0E06FF-025D-4415-8F6B-7696E75A86B8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DD0949D-6809-47F2-82A1-6736F2ACA958}" type="doc">
      <dgm:prSet loTypeId="urn:microsoft.com/office/officeart/2016/7/layout/ChevronBlockProcess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s-CO"/>
        </a:p>
      </dgm:t>
    </dgm:pt>
    <dgm:pt modelId="{C3C208ED-D65C-430A-88FE-5B6BEC44A9FD}">
      <dgm:prSet/>
      <dgm:spPr/>
      <dgm:t>
        <a:bodyPr/>
        <a:lstStyle/>
        <a:p>
          <a:r>
            <a:rPr lang="es-CO" b="1" i="0" baseline="0"/>
            <a:t>Top clientes</a:t>
          </a:r>
          <a:endParaRPr lang="es-CO"/>
        </a:p>
      </dgm:t>
    </dgm:pt>
    <dgm:pt modelId="{EF839263-EA42-4A2E-8DDE-1BAB0F568622}" type="parTrans" cxnId="{1EFAE6FE-AD81-44B5-90E7-C332802CB849}">
      <dgm:prSet/>
      <dgm:spPr/>
      <dgm:t>
        <a:bodyPr/>
        <a:lstStyle/>
        <a:p>
          <a:endParaRPr lang="es-CO"/>
        </a:p>
      </dgm:t>
    </dgm:pt>
    <dgm:pt modelId="{E9702A9F-11D1-433A-896C-116F16FF7D5A}" type="sibTrans" cxnId="{1EFAE6FE-AD81-44B5-90E7-C332802CB849}">
      <dgm:prSet/>
      <dgm:spPr/>
      <dgm:t>
        <a:bodyPr/>
        <a:lstStyle/>
        <a:p>
          <a:endParaRPr lang="es-CO"/>
        </a:p>
      </dgm:t>
    </dgm:pt>
    <dgm:pt modelId="{D13F38D4-6463-499E-A108-C727C293D350}">
      <dgm:prSet/>
      <dgm:spPr/>
      <dgm:t>
        <a:bodyPr/>
        <a:lstStyle/>
        <a:p>
          <a:r>
            <a:rPr lang="es-CO" b="0" i="0" baseline="0" dirty="0"/>
            <a:t>Identifica el </a:t>
          </a:r>
          <a:r>
            <a:rPr lang="es-CO" b="1" i="0" baseline="0" dirty="0"/>
            <a:t>Top 20 de clientes</a:t>
          </a:r>
          <a:r>
            <a:rPr lang="es-CO" b="0" i="0" baseline="0" dirty="0"/>
            <a:t> por: Ventas totales; Margen total</a:t>
          </a:r>
          <a:endParaRPr lang="es-CO" dirty="0"/>
        </a:p>
      </dgm:t>
    </dgm:pt>
    <dgm:pt modelId="{750398D8-7049-4EE5-9BDA-57FD77274663}" type="parTrans" cxnId="{130ACBFC-5A41-41A1-A250-A91E7E1001D6}">
      <dgm:prSet/>
      <dgm:spPr/>
      <dgm:t>
        <a:bodyPr/>
        <a:lstStyle/>
        <a:p>
          <a:endParaRPr lang="es-CO"/>
        </a:p>
      </dgm:t>
    </dgm:pt>
    <dgm:pt modelId="{B9A6B57D-6DCF-4B6A-B9EA-EA14B83A3A97}" type="sibTrans" cxnId="{130ACBFC-5A41-41A1-A250-A91E7E1001D6}">
      <dgm:prSet/>
      <dgm:spPr/>
      <dgm:t>
        <a:bodyPr/>
        <a:lstStyle/>
        <a:p>
          <a:endParaRPr lang="es-CO"/>
        </a:p>
      </dgm:t>
    </dgm:pt>
    <dgm:pt modelId="{8A15B4C5-7BC2-40CE-A3BD-BA5A7820A724}">
      <dgm:prSet/>
      <dgm:spPr/>
      <dgm:t>
        <a:bodyPr/>
        <a:lstStyle/>
        <a:p>
          <a:r>
            <a:rPr lang="es-CO" b="0" i="0" baseline="0" dirty="0"/>
            <a:t>¿Qué porcentaje del total representan? (concentración de ingresos/margen)</a:t>
          </a:r>
          <a:endParaRPr lang="es-CO" dirty="0"/>
        </a:p>
      </dgm:t>
    </dgm:pt>
    <dgm:pt modelId="{51EF6A54-5D97-4539-958B-9E9A506C6001}" type="parTrans" cxnId="{723890A1-92C9-4198-972A-A7C2EAFD52F0}">
      <dgm:prSet/>
      <dgm:spPr/>
      <dgm:t>
        <a:bodyPr/>
        <a:lstStyle/>
        <a:p>
          <a:endParaRPr lang="es-CO"/>
        </a:p>
      </dgm:t>
    </dgm:pt>
    <dgm:pt modelId="{02D6CDA1-B15B-46CC-A65D-1AA16AD4638F}" type="sibTrans" cxnId="{723890A1-92C9-4198-972A-A7C2EAFD52F0}">
      <dgm:prSet/>
      <dgm:spPr/>
      <dgm:t>
        <a:bodyPr/>
        <a:lstStyle/>
        <a:p>
          <a:endParaRPr lang="es-CO"/>
        </a:p>
      </dgm:t>
    </dgm:pt>
    <dgm:pt modelId="{38FA12E3-E8EA-4058-A1AB-8D47DE7B5685}">
      <dgm:prSet/>
      <dgm:spPr/>
      <dgm:t>
        <a:bodyPr/>
        <a:lstStyle/>
        <a:p>
          <a:r>
            <a:rPr lang="es-CO" b="1" i="0" baseline="0"/>
            <a:t>Edad y tamaño del cliente</a:t>
          </a:r>
          <a:endParaRPr lang="es-CO"/>
        </a:p>
      </dgm:t>
    </dgm:pt>
    <dgm:pt modelId="{2CCD5E27-822D-45E6-A435-9963F437A663}" type="parTrans" cxnId="{1C5D22AC-9A8D-4520-A79D-3A2C991A1CF4}">
      <dgm:prSet/>
      <dgm:spPr/>
      <dgm:t>
        <a:bodyPr/>
        <a:lstStyle/>
        <a:p>
          <a:endParaRPr lang="es-CO"/>
        </a:p>
      </dgm:t>
    </dgm:pt>
    <dgm:pt modelId="{6C4B0CEF-CEF7-4ABE-8262-F307ABE3332B}" type="sibTrans" cxnId="{1C5D22AC-9A8D-4520-A79D-3A2C991A1CF4}">
      <dgm:prSet/>
      <dgm:spPr/>
      <dgm:t>
        <a:bodyPr/>
        <a:lstStyle/>
        <a:p>
          <a:endParaRPr lang="es-CO"/>
        </a:p>
      </dgm:t>
    </dgm:pt>
    <dgm:pt modelId="{96B94A35-1B4F-4DA3-A76B-56C34ACC6BB8}">
      <dgm:prSet/>
      <dgm:spPr/>
      <dgm:t>
        <a:bodyPr/>
        <a:lstStyle/>
        <a:p>
          <a:r>
            <a:rPr lang="es-CO" b="0" i="0" baseline="0" dirty="0"/>
            <a:t>¿Los clientes </a:t>
          </a:r>
          <a:r>
            <a:rPr lang="es-CO" b="1" i="0" baseline="0" dirty="0"/>
            <a:t>“Grandes”</a:t>
          </a:r>
          <a:r>
            <a:rPr lang="es-CO" b="0" i="0" baseline="0" dirty="0"/>
            <a:t> tienen un comportamiento diferente en: Ticket promedio; Frecuencia de compra; Margen total</a:t>
          </a:r>
          <a:endParaRPr lang="es-CO" dirty="0"/>
        </a:p>
      </dgm:t>
    </dgm:pt>
    <dgm:pt modelId="{89F67C10-E121-4599-8493-CA976088B2CA}" type="parTrans" cxnId="{6AF9B6EE-903C-42AF-902F-21C9B6E17B6F}">
      <dgm:prSet/>
      <dgm:spPr/>
      <dgm:t>
        <a:bodyPr/>
        <a:lstStyle/>
        <a:p>
          <a:endParaRPr lang="es-CO"/>
        </a:p>
      </dgm:t>
    </dgm:pt>
    <dgm:pt modelId="{48CD1851-3D6D-45EA-BBA5-DB8593485F9B}" type="sibTrans" cxnId="{6AF9B6EE-903C-42AF-902F-21C9B6E17B6F}">
      <dgm:prSet/>
      <dgm:spPr/>
      <dgm:t>
        <a:bodyPr/>
        <a:lstStyle/>
        <a:p>
          <a:endParaRPr lang="es-CO"/>
        </a:p>
      </dgm:t>
    </dgm:pt>
    <dgm:pt modelId="{AD88F335-801F-4C59-89FD-9E731ABAFCDB}">
      <dgm:prSet/>
      <dgm:spPr/>
      <dgm:t>
        <a:bodyPr/>
        <a:lstStyle/>
        <a:p>
          <a:r>
            <a:rPr lang="es-CO" b="0" i="0" baseline="0" dirty="0"/>
            <a:t>¿Los clientes más antiguos (</a:t>
          </a:r>
          <a:r>
            <a:rPr lang="es-CO" b="0" i="0" baseline="0" dirty="0" err="1"/>
            <a:t>fecha_alta</a:t>
          </a:r>
          <a:r>
            <a:rPr lang="es-CO" b="0" i="0" baseline="0" dirty="0"/>
            <a:t>) son más rentables?</a:t>
          </a:r>
          <a:endParaRPr lang="es-CO" dirty="0"/>
        </a:p>
      </dgm:t>
    </dgm:pt>
    <dgm:pt modelId="{A2D1EBAF-AA92-492E-9945-60702FF2A98B}" type="parTrans" cxnId="{6D13C6A9-58C1-4B09-A352-E594441F79E8}">
      <dgm:prSet/>
      <dgm:spPr/>
      <dgm:t>
        <a:bodyPr/>
        <a:lstStyle/>
        <a:p>
          <a:endParaRPr lang="es-CO"/>
        </a:p>
      </dgm:t>
    </dgm:pt>
    <dgm:pt modelId="{14F21667-8DA2-4E6D-8A77-82EAF0147DDF}" type="sibTrans" cxnId="{6D13C6A9-58C1-4B09-A352-E594441F79E8}">
      <dgm:prSet/>
      <dgm:spPr/>
      <dgm:t>
        <a:bodyPr/>
        <a:lstStyle/>
        <a:p>
          <a:endParaRPr lang="es-CO"/>
        </a:p>
      </dgm:t>
    </dgm:pt>
    <dgm:pt modelId="{87C7BB16-9867-4DA5-8713-354CBF022163}">
      <dgm:prSet/>
      <dgm:spPr/>
      <dgm:t>
        <a:bodyPr/>
        <a:lstStyle/>
        <a:p>
          <a:r>
            <a:rPr lang="es-CO" b="1" i="0" baseline="0"/>
            <a:t>Análisis básico tipo RFM (simplificado)</a:t>
          </a:r>
          <a:endParaRPr lang="es-CO"/>
        </a:p>
      </dgm:t>
    </dgm:pt>
    <dgm:pt modelId="{0EC01911-EB94-4F51-B987-7BF5E51DE9CD}" type="parTrans" cxnId="{32A90881-EF4D-4234-9DFD-72220DDB25A6}">
      <dgm:prSet/>
      <dgm:spPr/>
      <dgm:t>
        <a:bodyPr/>
        <a:lstStyle/>
        <a:p>
          <a:endParaRPr lang="es-CO"/>
        </a:p>
      </dgm:t>
    </dgm:pt>
    <dgm:pt modelId="{9C8E7C64-CA4C-46A6-A11C-645939325BB6}" type="sibTrans" cxnId="{32A90881-EF4D-4234-9DFD-72220DDB25A6}">
      <dgm:prSet/>
      <dgm:spPr/>
      <dgm:t>
        <a:bodyPr/>
        <a:lstStyle/>
        <a:p>
          <a:endParaRPr lang="es-CO"/>
        </a:p>
      </dgm:t>
    </dgm:pt>
    <dgm:pt modelId="{73335552-173B-44B7-8542-CC4F25C4AD44}">
      <dgm:prSet/>
      <dgm:spPr/>
      <dgm:t>
        <a:bodyPr/>
        <a:lstStyle/>
        <a:p>
          <a:r>
            <a:rPr lang="es-CO" b="0" i="0" baseline="0" dirty="0"/>
            <a:t>Clasifica clientes según:</a:t>
          </a:r>
          <a:endParaRPr lang="es-CO" dirty="0"/>
        </a:p>
      </dgm:t>
    </dgm:pt>
    <dgm:pt modelId="{4C6835B8-D443-449C-B00B-B1A1621DB8C6}" type="parTrans" cxnId="{EBA34F1D-594F-411D-8A12-0B0BE2EBE04D}">
      <dgm:prSet/>
      <dgm:spPr/>
      <dgm:t>
        <a:bodyPr/>
        <a:lstStyle/>
        <a:p>
          <a:endParaRPr lang="es-CO"/>
        </a:p>
      </dgm:t>
    </dgm:pt>
    <dgm:pt modelId="{A35A791D-D2EA-4000-A0F1-77644436A756}" type="sibTrans" cxnId="{EBA34F1D-594F-411D-8A12-0B0BE2EBE04D}">
      <dgm:prSet/>
      <dgm:spPr/>
      <dgm:t>
        <a:bodyPr/>
        <a:lstStyle/>
        <a:p>
          <a:endParaRPr lang="es-CO"/>
        </a:p>
      </dgm:t>
    </dgm:pt>
    <dgm:pt modelId="{53308DBA-CFAE-4426-B32A-87D8E11EF7D4}">
      <dgm:prSet/>
      <dgm:spPr/>
      <dgm:t>
        <a:bodyPr/>
        <a:lstStyle/>
        <a:p>
          <a:r>
            <a:rPr lang="es-CO" b="0" i="0" baseline="0" dirty="0"/>
            <a:t>Recencia: fecha de última compra</a:t>
          </a:r>
          <a:endParaRPr lang="es-CO" dirty="0"/>
        </a:p>
      </dgm:t>
    </dgm:pt>
    <dgm:pt modelId="{39863694-FF1C-4DFF-8E82-078E113083B3}" type="parTrans" cxnId="{1D8F80B8-839C-41F7-A017-E3CE79F32E62}">
      <dgm:prSet/>
      <dgm:spPr/>
      <dgm:t>
        <a:bodyPr/>
        <a:lstStyle/>
        <a:p>
          <a:endParaRPr lang="es-CO"/>
        </a:p>
      </dgm:t>
    </dgm:pt>
    <dgm:pt modelId="{2DF90B68-089F-4670-A69A-AACF57A5DA98}" type="sibTrans" cxnId="{1D8F80B8-839C-41F7-A017-E3CE79F32E62}">
      <dgm:prSet/>
      <dgm:spPr/>
      <dgm:t>
        <a:bodyPr/>
        <a:lstStyle/>
        <a:p>
          <a:endParaRPr lang="es-CO"/>
        </a:p>
      </dgm:t>
    </dgm:pt>
    <dgm:pt modelId="{DF9D0428-1240-4DAE-B186-62B9B9A5E8C1}">
      <dgm:prSet/>
      <dgm:spPr/>
      <dgm:t>
        <a:bodyPr/>
        <a:lstStyle/>
        <a:p>
          <a:r>
            <a:rPr lang="es-CO" b="0" i="0" baseline="0" dirty="0"/>
            <a:t>Frecuencia: número de ventas</a:t>
          </a:r>
          <a:endParaRPr lang="es-CO" dirty="0"/>
        </a:p>
      </dgm:t>
    </dgm:pt>
    <dgm:pt modelId="{2856C6AE-B0BD-45B1-9BC5-FFEBC5661553}" type="parTrans" cxnId="{6268BF76-8F53-450E-BE68-80580D2E65A7}">
      <dgm:prSet/>
      <dgm:spPr/>
      <dgm:t>
        <a:bodyPr/>
        <a:lstStyle/>
        <a:p>
          <a:endParaRPr lang="es-CO"/>
        </a:p>
      </dgm:t>
    </dgm:pt>
    <dgm:pt modelId="{157D1977-40C0-4562-AA25-ACE19FE9F06F}" type="sibTrans" cxnId="{6268BF76-8F53-450E-BE68-80580D2E65A7}">
      <dgm:prSet/>
      <dgm:spPr/>
      <dgm:t>
        <a:bodyPr/>
        <a:lstStyle/>
        <a:p>
          <a:endParaRPr lang="es-CO"/>
        </a:p>
      </dgm:t>
    </dgm:pt>
    <dgm:pt modelId="{B5E71B99-B308-4753-A36F-D5F19A8477C9}">
      <dgm:prSet/>
      <dgm:spPr/>
      <dgm:t>
        <a:bodyPr/>
        <a:lstStyle/>
        <a:p>
          <a:r>
            <a:rPr lang="es-CO" b="0" i="0" baseline="0" dirty="0"/>
            <a:t>Valor: ventas o margen total</a:t>
          </a:r>
          <a:endParaRPr lang="es-CO" dirty="0"/>
        </a:p>
      </dgm:t>
    </dgm:pt>
    <dgm:pt modelId="{2E82544C-A186-4249-B8C2-2B0A18E3F36F}" type="parTrans" cxnId="{AA4E6644-3CA9-4602-90CC-6FB3976270B5}">
      <dgm:prSet/>
      <dgm:spPr/>
      <dgm:t>
        <a:bodyPr/>
        <a:lstStyle/>
        <a:p>
          <a:endParaRPr lang="es-CO"/>
        </a:p>
      </dgm:t>
    </dgm:pt>
    <dgm:pt modelId="{73EB3C7D-3342-4368-9317-0E51ABD13278}" type="sibTrans" cxnId="{AA4E6644-3CA9-4602-90CC-6FB3976270B5}">
      <dgm:prSet/>
      <dgm:spPr/>
      <dgm:t>
        <a:bodyPr/>
        <a:lstStyle/>
        <a:p>
          <a:endParaRPr lang="es-CO"/>
        </a:p>
      </dgm:t>
    </dgm:pt>
    <dgm:pt modelId="{DF377178-911B-4906-A1F1-07FB1965E019}">
      <dgm:prSet/>
      <dgm:spPr/>
      <dgm:t>
        <a:bodyPr/>
        <a:lstStyle/>
        <a:p>
          <a:r>
            <a:rPr lang="es-CO" b="0" i="0" baseline="0" dirty="0"/>
            <a:t>Identifica:</a:t>
          </a:r>
          <a:endParaRPr lang="es-CO" dirty="0"/>
        </a:p>
      </dgm:t>
    </dgm:pt>
    <dgm:pt modelId="{F8116626-0237-4FDE-9294-E78F883600D7}" type="parTrans" cxnId="{C156A144-3373-4922-A0E0-3E9C8B169E66}">
      <dgm:prSet/>
      <dgm:spPr/>
      <dgm:t>
        <a:bodyPr/>
        <a:lstStyle/>
        <a:p>
          <a:endParaRPr lang="es-CO"/>
        </a:p>
      </dgm:t>
    </dgm:pt>
    <dgm:pt modelId="{532113A4-26AD-4BC2-AFD4-63F6A6D82292}" type="sibTrans" cxnId="{C156A144-3373-4922-A0E0-3E9C8B169E66}">
      <dgm:prSet/>
      <dgm:spPr/>
      <dgm:t>
        <a:bodyPr/>
        <a:lstStyle/>
        <a:p>
          <a:endParaRPr lang="es-CO"/>
        </a:p>
      </dgm:t>
    </dgm:pt>
    <dgm:pt modelId="{13CCF78B-4169-4E3D-8178-482723AD4313}">
      <dgm:prSet/>
      <dgm:spPr/>
      <dgm:t>
        <a:bodyPr/>
        <a:lstStyle/>
        <a:p>
          <a:r>
            <a:rPr lang="es-CO" b="0" i="0" baseline="0" dirty="0"/>
            <a:t>Clientes </a:t>
          </a:r>
          <a:r>
            <a:rPr lang="es-CO" b="1" i="0" baseline="0" dirty="0"/>
            <a:t>estrella</a:t>
          </a:r>
          <a:r>
            <a:rPr lang="es-CO" b="0" i="0" baseline="0" dirty="0"/>
            <a:t> (alta R, F, V)</a:t>
          </a:r>
          <a:endParaRPr lang="es-CO" dirty="0"/>
        </a:p>
      </dgm:t>
    </dgm:pt>
    <dgm:pt modelId="{161BD94A-B4C5-4D41-808C-B4CE0092571B}" type="parTrans" cxnId="{A5E28437-C9C5-4DB7-BD2C-600EC24008C3}">
      <dgm:prSet/>
      <dgm:spPr/>
      <dgm:t>
        <a:bodyPr/>
        <a:lstStyle/>
        <a:p>
          <a:endParaRPr lang="es-CO"/>
        </a:p>
      </dgm:t>
    </dgm:pt>
    <dgm:pt modelId="{9EBFC98D-E407-4497-8902-E94C3CCF2E3F}" type="sibTrans" cxnId="{A5E28437-C9C5-4DB7-BD2C-600EC24008C3}">
      <dgm:prSet/>
      <dgm:spPr/>
      <dgm:t>
        <a:bodyPr/>
        <a:lstStyle/>
        <a:p>
          <a:endParaRPr lang="es-CO"/>
        </a:p>
      </dgm:t>
    </dgm:pt>
    <dgm:pt modelId="{0E725B44-CE3C-47FB-A18F-CB7B972D07BF}">
      <dgm:prSet/>
      <dgm:spPr/>
      <dgm:t>
        <a:bodyPr/>
        <a:lstStyle/>
        <a:p>
          <a:r>
            <a:rPr lang="es-CO" b="0" i="0" baseline="0" dirty="0"/>
            <a:t>Clientes en </a:t>
          </a:r>
          <a:r>
            <a:rPr lang="es-CO" b="1" i="0" baseline="0" dirty="0"/>
            <a:t>riesgo de abandono</a:t>
          </a:r>
          <a:r>
            <a:rPr lang="es-CO" b="0" i="0" baseline="0" dirty="0"/>
            <a:t> (baja recencia, valor histórico alto)</a:t>
          </a:r>
          <a:endParaRPr lang="es-CO" dirty="0"/>
        </a:p>
      </dgm:t>
    </dgm:pt>
    <dgm:pt modelId="{7956A540-D8A4-4CAE-BDFA-B13640942E4B}" type="parTrans" cxnId="{CA072A2B-98FB-4126-978D-44E46D447589}">
      <dgm:prSet/>
      <dgm:spPr/>
      <dgm:t>
        <a:bodyPr/>
        <a:lstStyle/>
        <a:p>
          <a:endParaRPr lang="es-CO"/>
        </a:p>
      </dgm:t>
    </dgm:pt>
    <dgm:pt modelId="{E1FF8D49-3740-48DE-898A-6F62D87B4E13}" type="sibTrans" cxnId="{CA072A2B-98FB-4126-978D-44E46D447589}">
      <dgm:prSet/>
      <dgm:spPr/>
      <dgm:t>
        <a:bodyPr/>
        <a:lstStyle/>
        <a:p>
          <a:endParaRPr lang="es-CO"/>
        </a:p>
      </dgm:t>
    </dgm:pt>
    <dgm:pt modelId="{822E4D78-145F-4653-A7C6-B288C57DF8CF}" type="pres">
      <dgm:prSet presAssocID="{CDD0949D-6809-47F2-82A1-6736F2ACA958}" presName="Name0" presStyleCnt="0">
        <dgm:presLayoutVars>
          <dgm:dir/>
          <dgm:animLvl val="lvl"/>
          <dgm:resizeHandles val="exact"/>
        </dgm:presLayoutVars>
      </dgm:prSet>
      <dgm:spPr/>
    </dgm:pt>
    <dgm:pt modelId="{BE6684C1-FE49-491C-B01B-F6B1BE54ADA1}" type="pres">
      <dgm:prSet presAssocID="{C3C208ED-D65C-430A-88FE-5B6BEC44A9FD}" presName="composite" presStyleCnt="0"/>
      <dgm:spPr/>
    </dgm:pt>
    <dgm:pt modelId="{5F8AFD00-6BEA-4799-AE9D-86ECF06C4D86}" type="pres">
      <dgm:prSet presAssocID="{C3C208ED-D65C-430A-88FE-5B6BEC44A9FD}" presName="parTx" presStyleLbl="alignNode1" presStyleIdx="0" presStyleCnt="3">
        <dgm:presLayoutVars>
          <dgm:chMax val="0"/>
          <dgm:chPref val="0"/>
        </dgm:presLayoutVars>
      </dgm:prSet>
      <dgm:spPr/>
    </dgm:pt>
    <dgm:pt modelId="{AA6D2B9F-A32D-468C-B269-3B05E3D6CF3B}" type="pres">
      <dgm:prSet presAssocID="{C3C208ED-D65C-430A-88FE-5B6BEC44A9FD}" presName="desTx" presStyleLbl="alignAccFollowNode1" presStyleIdx="0" presStyleCnt="3">
        <dgm:presLayoutVars/>
      </dgm:prSet>
      <dgm:spPr/>
    </dgm:pt>
    <dgm:pt modelId="{A844CC21-6680-45A4-8095-9C3324AE0DC9}" type="pres">
      <dgm:prSet presAssocID="{E9702A9F-11D1-433A-896C-116F16FF7D5A}" presName="space" presStyleCnt="0"/>
      <dgm:spPr/>
    </dgm:pt>
    <dgm:pt modelId="{3A235291-01F4-4933-8630-4F5EC649AC50}" type="pres">
      <dgm:prSet presAssocID="{38FA12E3-E8EA-4058-A1AB-8D47DE7B5685}" presName="composite" presStyleCnt="0"/>
      <dgm:spPr/>
    </dgm:pt>
    <dgm:pt modelId="{61690AEC-4A85-4329-9BA9-0A9B070A1D5C}" type="pres">
      <dgm:prSet presAssocID="{38FA12E3-E8EA-4058-A1AB-8D47DE7B5685}" presName="parTx" presStyleLbl="alignNode1" presStyleIdx="1" presStyleCnt="3">
        <dgm:presLayoutVars>
          <dgm:chMax val="0"/>
          <dgm:chPref val="0"/>
        </dgm:presLayoutVars>
      </dgm:prSet>
      <dgm:spPr/>
    </dgm:pt>
    <dgm:pt modelId="{D4B726B5-BF18-4ED7-80CF-9E8262C2F505}" type="pres">
      <dgm:prSet presAssocID="{38FA12E3-E8EA-4058-A1AB-8D47DE7B5685}" presName="desTx" presStyleLbl="alignAccFollowNode1" presStyleIdx="1" presStyleCnt="3">
        <dgm:presLayoutVars/>
      </dgm:prSet>
      <dgm:spPr/>
    </dgm:pt>
    <dgm:pt modelId="{92722970-90B6-4C49-8825-9E981E3A45A7}" type="pres">
      <dgm:prSet presAssocID="{6C4B0CEF-CEF7-4ABE-8262-F307ABE3332B}" presName="space" presStyleCnt="0"/>
      <dgm:spPr/>
    </dgm:pt>
    <dgm:pt modelId="{C35741A4-15CA-49A8-9880-CF100E41DB9B}" type="pres">
      <dgm:prSet presAssocID="{87C7BB16-9867-4DA5-8713-354CBF022163}" presName="composite" presStyleCnt="0"/>
      <dgm:spPr/>
    </dgm:pt>
    <dgm:pt modelId="{AD3476D4-1978-477F-BB54-D6F283CF61AF}" type="pres">
      <dgm:prSet presAssocID="{87C7BB16-9867-4DA5-8713-354CBF022163}" presName="parTx" presStyleLbl="alignNode1" presStyleIdx="2" presStyleCnt="3">
        <dgm:presLayoutVars>
          <dgm:chMax val="0"/>
          <dgm:chPref val="0"/>
        </dgm:presLayoutVars>
      </dgm:prSet>
      <dgm:spPr/>
    </dgm:pt>
    <dgm:pt modelId="{FB99AB51-5905-49B2-8DA4-CDFB415F8924}" type="pres">
      <dgm:prSet presAssocID="{87C7BB16-9867-4DA5-8713-354CBF022163}" presName="desTx" presStyleLbl="alignAccFollowNode1" presStyleIdx="2" presStyleCnt="3">
        <dgm:presLayoutVars/>
      </dgm:prSet>
      <dgm:spPr/>
    </dgm:pt>
  </dgm:ptLst>
  <dgm:cxnLst>
    <dgm:cxn modelId="{EBA34F1D-594F-411D-8A12-0B0BE2EBE04D}" srcId="{87C7BB16-9867-4DA5-8713-354CBF022163}" destId="{73335552-173B-44B7-8542-CC4F25C4AD44}" srcOrd="0" destOrd="0" parTransId="{4C6835B8-D443-449C-B00B-B1A1621DB8C6}" sibTransId="{A35A791D-D2EA-4000-A0F1-77644436A756}"/>
    <dgm:cxn modelId="{4A09CD26-9981-40BB-BAA7-3060AAF75E37}" type="presOf" srcId="{38FA12E3-E8EA-4058-A1AB-8D47DE7B5685}" destId="{61690AEC-4A85-4329-9BA9-0A9B070A1D5C}" srcOrd="0" destOrd="0" presId="urn:microsoft.com/office/officeart/2016/7/layout/ChevronBlockProcess"/>
    <dgm:cxn modelId="{CA072A2B-98FB-4126-978D-44E46D447589}" srcId="{DF377178-911B-4906-A1F1-07FB1965E019}" destId="{0E725B44-CE3C-47FB-A18F-CB7B972D07BF}" srcOrd="1" destOrd="0" parTransId="{7956A540-D8A4-4CAE-BDFA-B13640942E4B}" sibTransId="{E1FF8D49-3740-48DE-898A-6F62D87B4E13}"/>
    <dgm:cxn modelId="{D04C9A30-BEEA-441C-B81D-B5247ADE6172}" type="presOf" srcId="{AD88F335-801F-4C59-89FD-9E731ABAFCDB}" destId="{D4B726B5-BF18-4ED7-80CF-9E8262C2F505}" srcOrd="0" destOrd="1" presId="urn:microsoft.com/office/officeart/2016/7/layout/ChevronBlockProcess"/>
    <dgm:cxn modelId="{F7DB9B30-0C0A-4598-A587-7373C4880173}" type="presOf" srcId="{96B94A35-1B4F-4DA3-A76B-56C34ACC6BB8}" destId="{D4B726B5-BF18-4ED7-80CF-9E8262C2F505}" srcOrd="0" destOrd="0" presId="urn:microsoft.com/office/officeart/2016/7/layout/ChevronBlockProcess"/>
    <dgm:cxn modelId="{A5E28437-C9C5-4DB7-BD2C-600EC24008C3}" srcId="{DF377178-911B-4906-A1F1-07FB1965E019}" destId="{13CCF78B-4169-4E3D-8178-482723AD4313}" srcOrd="0" destOrd="0" parTransId="{161BD94A-B4C5-4D41-808C-B4CE0092571B}" sibTransId="{9EBFC98D-E407-4497-8902-E94C3CCF2E3F}"/>
    <dgm:cxn modelId="{4C2B8543-6932-4080-93DC-7C36562CBB43}" type="presOf" srcId="{B5E71B99-B308-4753-A36F-D5F19A8477C9}" destId="{FB99AB51-5905-49B2-8DA4-CDFB415F8924}" srcOrd="0" destOrd="3" presId="urn:microsoft.com/office/officeart/2016/7/layout/ChevronBlockProcess"/>
    <dgm:cxn modelId="{AA4E6644-3CA9-4602-90CC-6FB3976270B5}" srcId="{73335552-173B-44B7-8542-CC4F25C4AD44}" destId="{B5E71B99-B308-4753-A36F-D5F19A8477C9}" srcOrd="2" destOrd="0" parTransId="{2E82544C-A186-4249-B8C2-2B0A18E3F36F}" sibTransId="{73EB3C7D-3342-4368-9317-0E51ABD13278}"/>
    <dgm:cxn modelId="{C156A144-3373-4922-A0E0-3E9C8B169E66}" srcId="{87C7BB16-9867-4DA5-8713-354CBF022163}" destId="{DF377178-911B-4906-A1F1-07FB1965E019}" srcOrd="1" destOrd="0" parTransId="{F8116626-0237-4FDE-9294-E78F883600D7}" sibTransId="{532113A4-26AD-4BC2-AFD4-63F6A6D82292}"/>
    <dgm:cxn modelId="{83890866-D2D7-4D18-83B6-5DF2268DEEBD}" type="presOf" srcId="{73335552-173B-44B7-8542-CC4F25C4AD44}" destId="{FB99AB51-5905-49B2-8DA4-CDFB415F8924}" srcOrd="0" destOrd="0" presId="urn:microsoft.com/office/officeart/2016/7/layout/ChevronBlockProcess"/>
    <dgm:cxn modelId="{F5944475-9908-4483-8E22-D592ED673ACF}" type="presOf" srcId="{0E725B44-CE3C-47FB-A18F-CB7B972D07BF}" destId="{FB99AB51-5905-49B2-8DA4-CDFB415F8924}" srcOrd="0" destOrd="6" presId="urn:microsoft.com/office/officeart/2016/7/layout/ChevronBlockProcess"/>
    <dgm:cxn modelId="{6268BF76-8F53-450E-BE68-80580D2E65A7}" srcId="{73335552-173B-44B7-8542-CC4F25C4AD44}" destId="{DF9D0428-1240-4DAE-B186-62B9B9A5E8C1}" srcOrd="1" destOrd="0" parTransId="{2856C6AE-B0BD-45B1-9BC5-FFEBC5661553}" sibTransId="{157D1977-40C0-4562-AA25-ACE19FE9F06F}"/>
    <dgm:cxn modelId="{32A90881-EF4D-4234-9DFD-72220DDB25A6}" srcId="{CDD0949D-6809-47F2-82A1-6736F2ACA958}" destId="{87C7BB16-9867-4DA5-8713-354CBF022163}" srcOrd="2" destOrd="0" parTransId="{0EC01911-EB94-4F51-B987-7BF5E51DE9CD}" sibTransId="{9C8E7C64-CA4C-46A6-A11C-645939325BB6}"/>
    <dgm:cxn modelId="{933B8D85-2194-4BB4-90FC-DA8868DD03D0}" type="presOf" srcId="{13CCF78B-4169-4E3D-8178-482723AD4313}" destId="{FB99AB51-5905-49B2-8DA4-CDFB415F8924}" srcOrd="0" destOrd="5" presId="urn:microsoft.com/office/officeart/2016/7/layout/ChevronBlockProcess"/>
    <dgm:cxn modelId="{55327B88-08FE-49DD-A981-DCF56FA818DD}" type="presOf" srcId="{DF377178-911B-4906-A1F1-07FB1965E019}" destId="{FB99AB51-5905-49B2-8DA4-CDFB415F8924}" srcOrd="0" destOrd="4" presId="urn:microsoft.com/office/officeart/2016/7/layout/ChevronBlockProcess"/>
    <dgm:cxn modelId="{8AF2C797-249C-48CA-BD4F-9FF16716181D}" type="presOf" srcId="{53308DBA-CFAE-4426-B32A-87D8E11EF7D4}" destId="{FB99AB51-5905-49B2-8DA4-CDFB415F8924}" srcOrd="0" destOrd="1" presId="urn:microsoft.com/office/officeart/2016/7/layout/ChevronBlockProcess"/>
    <dgm:cxn modelId="{723890A1-92C9-4198-972A-A7C2EAFD52F0}" srcId="{C3C208ED-D65C-430A-88FE-5B6BEC44A9FD}" destId="{8A15B4C5-7BC2-40CE-A3BD-BA5A7820A724}" srcOrd="1" destOrd="0" parTransId="{51EF6A54-5D97-4539-958B-9E9A506C6001}" sibTransId="{02D6CDA1-B15B-46CC-A65D-1AA16AD4638F}"/>
    <dgm:cxn modelId="{6D13C6A9-58C1-4B09-A352-E594441F79E8}" srcId="{38FA12E3-E8EA-4058-A1AB-8D47DE7B5685}" destId="{AD88F335-801F-4C59-89FD-9E731ABAFCDB}" srcOrd="1" destOrd="0" parTransId="{A2D1EBAF-AA92-492E-9945-60702FF2A98B}" sibTransId="{14F21667-8DA2-4E6D-8A77-82EAF0147DDF}"/>
    <dgm:cxn modelId="{1C5D22AC-9A8D-4520-A79D-3A2C991A1CF4}" srcId="{CDD0949D-6809-47F2-82A1-6736F2ACA958}" destId="{38FA12E3-E8EA-4058-A1AB-8D47DE7B5685}" srcOrd="1" destOrd="0" parTransId="{2CCD5E27-822D-45E6-A435-9963F437A663}" sibTransId="{6C4B0CEF-CEF7-4ABE-8262-F307ABE3332B}"/>
    <dgm:cxn modelId="{0F63BAB5-E435-4DAB-A365-F379D5548B4B}" type="presOf" srcId="{C3C208ED-D65C-430A-88FE-5B6BEC44A9FD}" destId="{5F8AFD00-6BEA-4799-AE9D-86ECF06C4D86}" srcOrd="0" destOrd="0" presId="urn:microsoft.com/office/officeart/2016/7/layout/ChevronBlockProcess"/>
    <dgm:cxn modelId="{1D8F80B8-839C-41F7-A017-E3CE79F32E62}" srcId="{73335552-173B-44B7-8542-CC4F25C4AD44}" destId="{53308DBA-CFAE-4426-B32A-87D8E11EF7D4}" srcOrd="0" destOrd="0" parTransId="{39863694-FF1C-4DFF-8E82-078E113083B3}" sibTransId="{2DF90B68-089F-4670-A69A-AACF57A5DA98}"/>
    <dgm:cxn modelId="{B67BCDC0-EF9A-4FEE-AF46-70375ABC523B}" type="presOf" srcId="{8A15B4C5-7BC2-40CE-A3BD-BA5A7820A724}" destId="{AA6D2B9F-A32D-468C-B269-3B05E3D6CF3B}" srcOrd="0" destOrd="1" presId="urn:microsoft.com/office/officeart/2016/7/layout/ChevronBlockProcess"/>
    <dgm:cxn modelId="{E0C3D6C1-21AD-49F1-BA56-1961265D7EB8}" type="presOf" srcId="{87C7BB16-9867-4DA5-8713-354CBF022163}" destId="{AD3476D4-1978-477F-BB54-D6F283CF61AF}" srcOrd="0" destOrd="0" presId="urn:microsoft.com/office/officeart/2016/7/layout/ChevronBlockProcess"/>
    <dgm:cxn modelId="{344BD4C8-3C1A-4904-A6B1-BD714E816063}" type="presOf" srcId="{CDD0949D-6809-47F2-82A1-6736F2ACA958}" destId="{822E4D78-145F-4653-A7C6-B288C57DF8CF}" srcOrd="0" destOrd="0" presId="urn:microsoft.com/office/officeart/2016/7/layout/ChevronBlockProcess"/>
    <dgm:cxn modelId="{BF4091CD-C779-471B-8E0D-CEB741DC4B9E}" type="presOf" srcId="{DF9D0428-1240-4DAE-B186-62B9B9A5E8C1}" destId="{FB99AB51-5905-49B2-8DA4-CDFB415F8924}" srcOrd="0" destOrd="2" presId="urn:microsoft.com/office/officeart/2016/7/layout/ChevronBlockProcess"/>
    <dgm:cxn modelId="{EFF477D2-3B34-4A1D-8A20-A420F3276C43}" type="presOf" srcId="{D13F38D4-6463-499E-A108-C727C293D350}" destId="{AA6D2B9F-A32D-468C-B269-3B05E3D6CF3B}" srcOrd="0" destOrd="0" presId="urn:microsoft.com/office/officeart/2016/7/layout/ChevronBlockProcess"/>
    <dgm:cxn modelId="{6AF9B6EE-903C-42AF-902F-21C9B6E17B6F}" srcId="{38FA12E3-E8EA-4058-A1AB-8D47DE7B5685}" destId="{96B94A35-1B4F-4DA3-A76B-56C34ACC6BB8}" srcOrd="0" destOrd="0" parTransId="{89F67C10-E121-4599-8493-CA976088B2CA}" sibTransId="{48CD1851-3D6D-45EA-BBA5-DB8593485F9B}"/>
    <dgm:cxn modelId="{130ACBFC-5A41-41A1-A250-A91E7E1001D6}" srcId="{C3C208ED-D65C-430A-88FE-5B6BEC44A9FD}" destId="{D13F38D4-6463-499E-A108-C727C293D350}" srcOrd="0" destOrd="0" parTransId="{750398D8-7049-4EE5-9BDA-57FD77274663}" sibTransId="{B9A6B57D-6DCF-4B6A-B9EA-EA14B83A3A97}"/>
    <dgm:cxn modelId="{1EFAE6FE-AD81-44B5-90E7-C332802CB849}" srcId="{CDD0949D-6809-47F2-82A1-6736F2ACA958}" destId="{C3C208ED-D65C-430A-88FE-5B6BEC44A9FD}" srcOrd="0" destOrd="0" parTransId="{EF839263-EA42-4A2E-8DDE-1BAB0F568622}" sibTransId="{E9702A9F-11D1-433A-896C-116F16FF7D5A}"/>
    <dgm:cxn modelId="{92F0DA64-22C2-4B30-8C02-E52A7803E305}" type="presParOf" srcId="{822E4D78-145F-4653-A7C6-B288C57DF8CF}" destId="{BE6684C1-FE49-491C-B01B-F6B1BE54ADA1}" srcOrd="0" destOrd="0" presId="urn:microsoft.com/office/officeart/2016/7/layout/ChevronBlockProcess"/>
    <dgm:cxn modelId="{31B29DFF-2C76-48D1-A1F9-40F542042F49}" type="presParOf" srcId="{BE6684C1-FE49-491C-B01B-F6B1BE54ADA1}" destId="{5F8AFD00-6BEA-4799-AE9D-86ECF06C4D86}" srcOrd="0" destOrd="0" presId="urn:microsoft.com/office/officeart/2016/7/layout/ChevronBlockProcess"/>
    <dgm:cxn modelId="{8473AB61-2230-4B99-9FE8-6ABAE4721C90}" type="presParOf" srcId="{BE6684C1-FE49-491C-B01B-F6B1BE54ADA1}" destId="{AA6D2B9F-A32D-468C-B269-3B05E3D6CF3B}" srcOrd="1" destOrd="0" presId="urn:microsoft.com/office/officeart/2016/7/layout/ChevronBlockProcess"/>
    <dgm:cxn modelId="{75349D82-705B-4859-BA83-B53BF52E2259}" type="presParOf" srcId="{822E4D78-145F-4653-A7C6-B288C57DF8CF}" destId="{A844CC21-6680-45A4-8095-9C3324AE0DC9}" srcOrd="1" destOrd="0" presId="urn:microsoft.com/office/officeart/2016/7/layout/ChevronBlockProcess"/>
    <dgm:cxn modelId="{C889B896-080E-4478-81C1-F7C782F0050D}" type="presParOf" srcId="{822E4D78-145F-4653-A7C6-B288C57DF8CF}" destId="{3A235291-01F4-4933-8630-4F5EC649AC50}" srcOrd="2" destOrd="0" presId="urn:microsoft.com/office/officeart/2016/7/layout/ChevronBlockProcess"/>
    <dgm:cxn modelId="{C75470D6-FE1F-4136-926C-D2996AE42FA8}" type="presParOf" srcId="{3A235291-01F4-4933-8630-4F5EC649AC50}" destId="{61690AEC-4A85-4329-9BA9-0A9B070A1D5C}" srcOrd="0" destOrd="0" presId="urn:microsoft.com/office/officeart/2016/7/layout/ChevronBlockProcess"/>
    <dgm:cxn modelId="{1DBAB10B-D5E8-4037-BC1B-0464D2C5C7BA}" type="presParOf" srcId="{3A235291-01F4-4933-8630-4F5EC649AC50}" destId="{D4B726B5-BF18-4ED7-80CF-9E8262C2F505}" srcOrd="1" destOrd="0" presId="urn:microsoft.com/office/officeart/2016/7/layout/ChevronBlockProcess"/>
    <dgm:cxn modelId="{B13DF6E8-8DFE-4167-8EB6-9BA9955F10FB}" type="presParOf" srcId="{822E4D78-145F-4653-A7C6-B288C57DF8CF}" destId="{92722970-90B6-4C49-8825-9E981E3A45A7}" srcOrd="3" destOrd="0" presId="urn:microsoft.com/office/officeart/2016/7/layout/ChevronBlockProcess"/>
    <dgm:cxn modelId="{D2C13516-64C7-4FCB-A22D-157337EDFBC5}" type="presParOf" srcId="{822E4D78-145F-4653-A7C6-B288C57DF8CF}" destId="{C35741A4-15CA-49A8-9880-CF100E41DB9B}" srcOrd="4" destOrd="0" presId="urn:microsoft.com/office/officeart/2016/7/layout/ChevronBlockProcess"/>
    <dgm:cxn modelId="{EDEA0C81-E777-4AD6-B063-801AE3FF9783}" type="presParOf" srcId="{C35741A4-15CA-49A8-9880-CF100E41DB9B}" destId="{AD3476D4-1978-477F-BB54-D6F283CF61AF}" srcOrd="0" destOrd="0" presId="urn:microsoft.com/office/officeart/2016/7/layout/ChevronBlockProcess"/>
    <dgm:cxn modelId="{B817EEB7-4D1E-4937-973F-073179F5986E}" type="presParOf" srcId="{C35741A4-15CA-49A8-9880-CF100E41DB9B}" destId="{FB99AB51-5905-49B2-8DA4-CDFB415F8924}" srcOrd="1" destOrd="0" presId="urn:microsoft.com/office/officeart/2016/7/layout/ChevronBlock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773FFB1-6394-4B70-8386-2EEFDBA16D54}" type="doc">
      <dgm:prSet loTypeId="urn:microsoft.com/office/officeart/2005/8/layout/hList1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s-CO"/>
        </a:p>
      </dgm:t>
    </dgm:pt>
    <dgm:pt modelId="{F2AA7E14-FFFE-41FC-BDD5-8AC761E3FF21}">
      <dgm:prSet/>
      <dgm:spPr/>
      <dgm:t>
        <a:bodyPr/>
        <a:lstStyle/>
        <a:p>
          <a:r>
            <a:rPr lang="es-ES" b="1"/>
            <a:t>TRM y costo de la mercancía</a:t>
          </a:r>
          <a:endParaRPr lang="es-CO"/>
        </a:p>
      </dgm:t>
    </dgm:pt>
    <dgm:pt modelId="{5B636F24-58DD-4290-B850-96FFB73C90F4}" type="parTrans" cxnId="{897EE577-79FF-444B-B2CA-B0EBAB4B3257}">
      <dgm:prSet/>
      <dgm:spPr/>
      <dgm:t>
        <a:bodyPr/>
        <a:lstStyle/>
        <a:p>
          <a:endParaRPr lang="es-CO"/>
        </a:p>
      </dgm:t>
    </dgm:pt>
    <dgm:pt modelId="{7CC23848-7A1E-44FC-85BB-14BDA0E8572E}" type="sibTrans" cxnId="{897EE577-79FF-444B-B2CA-B0EBAB4B3257}">
      <dgm:prSet/>
      <dgm:spPr/>
      <dgm:t>
        <a:bodyPr/>
        <a:lstStyle/>
        <a:p>
          <a:endParaRPr lang="es-CO"/>
        </a:p>
      </dgm:t>
    </dgm:pt>
    <dgm:pt modelId="{0C002723-EE53-40BC-AF82-9931783ED389}">
      <dgm:prSet/>
      <dgm:spPr/>
      <dgm:t>
        <a:bodyPr/>
        <a:lstStyle/>
        <a:p>
          <a:r>
            <a:rPr lang="es-ES"/>
            <a:t>Analiza la distribución de la </a:t>
          </a:r>
          <a:r>
            <a:rPr lang="es-ES" b="1"/>
            <a:t>TRM</a:t>
          </a:r>
          <a:r>
            <a:rPr lang="es-ES"/>
            <a:t> en el tiempo.</a:t>
          </a:r>
          <a:endParaRPr lang="es-CO"/>
        </a:p>
      </dgm:t>
    </dgm:pt>
    <dgm:pt modelId="{E8CAD266-C558-4E10-8FDD-A3686823F4D4}" type="parTrans" cxnId="{2EA41B9C-9F1D-4F8D-AA28-5187DE6BA4B7}">
      <dgm:prSet/>
      <dgm:spPr/>
      <dgm:t>
        <a:bodyPr/>
        <a:lstStyle/>
        <a:p>
          <a:endParaRPr lang="es-CO"/>
        </a:p>
      </dgm:t>
    </dgm:pt>
    <dgm:pt modelId="{A5C1FA4F-8460-4A3B-89F8-B27FAE64A05C}" type="sibTrans" cxnId="{2EA41B9C-9F1D-4F8D-AA28-5187DE6BA4B7}">
      <dgm:prSet/>
      <dgm:spPr/>
      <dgm:t>
        <a:bodyPr/>
        <a:lstStyle/>
        <a:p>
          <a:endParaRPr lang="es-CO"/>
        </a:p>
      </dgm:t>
    </dgm:pt>
    <dgm:pt modelId="{A48EC7AA-BA36-4636-85FC-8B0938EC0027}">
      <dgm:prSet/>
      <dgm:spPr/>
      <dgm:t>
        <a:bodyPr/>
        <a:lstStyle/>
        <a:p>
          <a:r>
            <a:rPr lang="es-ES"/>
            <a:t>¿En qué periodos la TRM estuvo más alta?</a:t>
          </a:r>
          <a:endParaRPr lang="es-CO"/>
        </a:p>
      </dgm:t>
    </dgm:pt>
    <dgm:pt modelId="{4A4F8C80-5097-451E-9479-E337F6DD9948}" type="parTrans" cxnId="{A65A0B9B-0D39-4051-AAD1-3232620978F3}">
      <dgm:prSet/>
      <dgm:spPr/>
      <dgm:t>
        <a:bodyPr/>
        <a:lstStyle/>
        <a:p>
          <a:endParaRPr lang="es-CO"/>
        </a:p>
      </dgm:t>
    </dgm:pt>
    <dgm:pt modelId="{F6865D2E-01D9-403F-8612-2F01C9F262E7}" type="sibTrans" cxnId="{A65A0B9B-0D39-4051-AAD1-3232620978F3}">
      <dgm:prSet/>
      <dgm:spPr/>
      <dgm:t>
        <a:bodyPr/>
        <a:lstStyle/>
        <a:p>
          <a:endParaRPr lang="es-CO"/>
        </a:p>
      </dgm:t>
    </dgm:pt>
    <dgm:pt modelId="{1DD42F33-2B2F-44B5-9466-77F13B055054}">
      <dgm:prSet/>
      <dgm:spPr/>
      <dgm:t>
        <a:bodyPr/>
        <a:lstStyle/>
        <a:p>
          <a:r>
            <a:rPr lang="es-ES"/>
            <a:t>¿Coinciden esos periodos con </a:t>
          </a:r>
          <a:r>
            <a:rPr lang="es-ES" b="1"/>
            <a:t>mayores costos de mercancía</a:t>
          </a:r>
          <a:r>
            <a:rPr lang="es-ES"/>
            <a:t> (costo_mercancia_usd × TRM aproximado)?</a:t>
          </a:r>
          <a:endParaRPr lang="es-CO"/>
        </a:p>
      </dgm:t>
    </dgm:pt>
    <dgm:pt modelId="{A9E08BBB-2FC0-470E-8586-F48521239290}" type="parTrans" cxnId="{F14ABCF7-5178-4A23-A136-C500F6B30501}">
      <dgm:prSet/>
      <dgm:spPr/>
      <dgm:t>
        <a:bodyPr/>
        <a:lstStyle/>
        <a:p>
          <a:endParaRPr lang="es-CO"/>
        </a:p>
      </dgm:t>
    </dgm:pt>
    <dgm:pt modelId="{371792D3-8382-42BF-967D-C1AF7905C435}" type="sibTrans" cxnId="{F14ABCF7-5178-4A23-A136-C500F6B30501}">
      <dgm:prSet/>
      <dgm:spPr/>
      <dgm:t>
        <a:bodyPr/>
        <a:lstStyle/>
        <a:p>
          <a:endParaRPr lang="es-CO"/>
        </a:p>
      </dgm:t>
    </dgm:pt>
    <dgm:pt modelId="{FA91CD66-3956-45F0-B896-C04B33ECD663}">
      <dgm:prSet/>
      <dgm:spPr/>
      <dgm:t>
        <a:bodyPr/>
        <a:lstStyle/>
        <a:p>
          <a:r>
            <a:rPr lang="es-ES" b="1"/>
            <a:t>Conexión importaciones–ventas</a:t>
          </a:r>
          <a:endParaRPr lang="es-CO"/>
        </a:p>
      </dgm:t>
    </dgm:pt>
    <dgm:pt modelId="{592A7899-6CF1-40E2-A295-E1504C373041}" type="parTrans" cxnId="{9279EFEB-BEDB-4273-908C-D3D2C182A915}">
      <dgm:prSet/>
      <dgm:spPr/>
      <dgm:t>
        <a:bodyPr/>
        <a:lstStyle/>
        <a:p>
          <a:endParaRPr lang="es-CO"/>
        </a:p>
      </dgm:t>
    </dgm:pt>
    <dgm:pt modelId="{849D9F52-C801-42CB-962C-E69751FC018E}" type="sibTrans" cxnId="{9279EFEB-BEDB-4273-908C-D3D2C182A915}">
      <dgm:prSet/>
      <dgm:spPr/>
      <dgm:t>
        <a:bodyPr/>
        <a:lstStyle/>
        <a:p>
          <a:endParaRPr lang="es-CO"/>
        </a:p>
      </dgm:t>
    </dgm:pt>
    <dgm:pt modelId="{084A78BD-1993-4B68-88AB-AA86909EFDA1}">
      <dgm:prSet/>
      <dgm:spPr/>
      <dgm:t>
        <a:bodyPr/>
        <a:lstStyle/>
        <a:p>
          <a:r>
            <a:rPr lang="es-ES"/>
            <a:t>Relaciona por período (ej. trimestre) el </a:t>
          </a:r>
          <a:r>
            <a:rPr lang="es-ES" b="1"/>
            <a:t>valor de importaciones</a:t>
          </a:r>
          <a:r>
            <a:rPr lang="es-ES"/>
            <a:t> vs. </a:t>
          </a:r>
          <a:r>
            <a:rPr lang="es-ES" b="1"/>
            <a:t>ventas posteriores</a:t>
          </a:r>
          <a:r>
            <a:rPr lang="es-ES"/>
            <a:t>.</a:t>
          </a:r>
          <a:endParaRPr lang="es-CO"/>
        </a:p>
      </dgm:t>
    </dgm:pt>
    <dgm:pt modelId="{EB8D6AA6-FB52-476A-89B3-34202E4E1BE0}" type="parTrans" cxnId="{79B45BE6-34A8-4E37-85F4-6AE474F46F43}">
      <dgm:prSet/>
      <dgm:spPr/>
      <dgm:t>
        <a:bodyPr/>
        <a:lstStyle/>
        <a:p>
          <a:endParaRPr lang="es-CO"/>
        </a:p>
      </dgm:t>
    </dgm:pt>
    <dgm:pt modelId="{64762449-674E-44E0-A23D-5B536167C164}" type="sibTrans" cxnId="{79B45BE6-34A8-4E37-85F4-6AE474F46F43}">
      <dgm:prSet/>
      <dgm:spPr/>
      <dgm:t>
        <a:bodyPr/>
        <a:lstStyle/>
        <a:p>
          <a:endParaRPr lang="es-CO"/>
        </a:p>
      </dgm:t>
    </dgm:pt>
    <dgm:pt modelId="{23EDD018-85E5-4E36-B993-AF2A5B5D9B85}">
      <dgm:prSet/>
      <dgm:spPr/>
      <dgm:t>
        <a:bodyPr/>
        <a:lstStyle/>
        <a:p>
          <a:r>
            <a:rPr lang="es-ES"/>
            <a:t>¿Se observa un rezago típico entre momento de importación y ventas?</a:t>
          </a:r>
          <a:endParaRPr lang="es-CO"/>
        </a:p>
      </dgm:t>
    </dgm:pt>
    <dgm:pt modelId="{016C1F81-6476-4BF3-ADF6-EE14E9879A84}" type="parTrans" cxnId="{9B769CF3-7987-4EE0-A361-7385111EDB60}">
      <dgm:prSet/>
      <dgm:spPr/>
      <dgm:t>
        <a:bodyPr/>
        <a:lstStyle/>
        <a:p>
          <a:endParaRPr lang="es-CO"/>
        </a:p>
      </dgm:t>
    </dgm:pt>
    <dgm:pt modelId="{034FBF96-A404-4D66-B7A9-063E36C1E37F}" type="sibTrans" cxnId="{9B769CF3-7987-4EE0-A361-7385111EDB60}">
      <dgm:prSet/>
      <dgm:spPr/>
      <dgm:t>
        <a:bodyPr/>
        <a:lstStyle/>
        <a:p>
          <a:endParaRPr lang="es-CO"/>
        </a:p>
      </dgm:t>
    </dgm:pt>
    <dgm:pt modelId="{C772ED19-A911-418E-B414-DBE4C392DD4C}">
      <dgm:prSet/>
      <dgm:spPr/>
      <dgm:t>
        <a:bodyPr/>
        <a:lstStyle/>
        <a:p>
          <a:r>
            <a:rPr lang="es-ES" b="1"/>
            <a:t>Centros logísticos</a:t>
          </a:r>
          <a:endParaRPr lang="es-CO"/>
        </a:p>
      </dgm:t>
    </dgm:pt>
    <dgm:pt modelId="{B91CFE73-922C-4E02-BE4E-026FFDEBD850}" type="parTrans" cxnId="{9395EFC3-6CF5-4F24-92E6-3818726794B3}">
      <dgm:prSet/>
      <dgm:spPr/>
      <dgm:t>
        <a:bodyPr/>
        <a:lstStyle/>
        <a:p>
          <a:endParaRPr lang="es-CO"/>
        </a:p>
      </dgm:t>
    </dgm:pt>
    <dgm:pt modelId="{B5720918-8EF2-4B9F-B96E-417E50EA7903}" type="sibTrans" cxnId="{9395EFC3-6CF5-4F24-92E6-3818726794B3}">
      <dgm:prSet/>
      <dgm:spPr/>
      <dgm:t>
        <a:bodyPr/>
        <a:lstStyle/>
        <a:p>
          <a:endParaRPr lang="es-CO"/>
        </a:p>
      </dgm:t>
    </dgm:pt>
    <dgm:pt modelId="{4A029754-4661-4779-B10E-205ED6FE7345}">
      <dgm:prSet/>
      <dgm:spPr/>
      <dgm:t>
        <a:bodyPr/>
        <a:lstStyle/>
        <a:p>
          <a:r>
            <a:rPr lang="es-ES"/>
            <a:t>Compara Bogotá, Barranquilla y Cali en:</a:t>
          </a:r>
          <a:endParaRPr lang="es-CO"/>
        </a:p>
      </dgm:t>
    </dgm:pt>
    <dgm:pt modelId="{A4B5B23E-2CC2-429D-80A3-2318DE65797F}" type="parTrans" cxnId="{C24B832C-7854-49B4-A90D-60F285F527D0}">
      <dgm:prSet/>
      <dgm:spPr/>
      <dgm:t>
        <a:bodyPr/>
        <a:lstStyle/>
        <a:p>
          <a:endParaRPr lang="es-CO"/>
        </a:p>
      </dgm:t>
    </dgm:pt>
    <dgm:pt modelId="{F716D504-9792-471A-94AA-7C626DB968E9}" type="sibTrans" cxnId="{C24B832C-7854-49B4-A90D-60F285F527D0}">
      <dgm:prSet/>
      <dgm:spPr/>
      <dgm:t>
        <a:bodyPr/>
        <a:lstStyle/>
        <a:p>
          <a:endParaRPr lang="es-CO"/>
        </a:p>
      </dgm:t>
    </dgm:pt>
    <dgm:pt modelId="{B8022957-13BD-45E7-A480-9078EDE680E5}">
      <dgm:prSet/>
      <dgm:spPr/>
      <dgm:t>
        <a:bodyPr/>
        <a:lstStyle/>
        <a:p>
          <a:r>
            <a:rPr lang="es-ES"/>
            <a:t>Valor importado total</a:t>
          </a:r>
          <a:endParaRPr lang="es-CO"/>
        </a:p>
      </dgm:t>
    </dgm:pt>
    <dgm:pt modelId="{5276B6C7-A223-44D4-8560-7358E6A8058E}" type="parTrans" cxnId="{8467E3EE-AD76-44E7-8B61-E988A2E2D6AE}">
      <dgm:prSet/>
      <dgm:spPr/>
      <dgm:t>
        <a:bodyPr/>
        <a:lstStyle/>
        <a:p>
          <a:endParaRPr lang="es-CO"/>
        </a:p>
      </dgm:t>
    </dgm:pt>
    <dgm:pt modelId="{953A57FD-2B27-4B56-B4F1-ABFB647AFCAE}" type="sibTrans" cxnId="{8467E3EE-AD76-44E7-8B61-E988A2E2D6AE}">
      <dgm:prSet/>
      <dgm:spPr/>
      <dgm:t>
        <a:bodyPr/>
        <a:lstStyle/>
        <a:p>
          <a:endParaRPr lang="es-CO"/>
        </a:p>
      </dgm:t>
    </dgm:pt>
    <dgm:pt modelId="{10A7503C-65E0-42B1-80D3-0DD011D5B9AB}">
      <dgm:prSet/>
      <dgm:spPr/>
      <dgm:t>
        <a:bodyPr/>
        <a:lstStyle/>
        <a:p>
          <a:r>
            <a:rPr lang="es-ES"/>
            <a:t>Participación en ventas posteriores</a:t>
          </a:r>
          <a:endParaRPr lang="es-CO"/>
        </a:p>
      </dgm:t>
    </dgm:pt>
    <dgm:pt modelId="{1AAE88EC-45FE-43F6-933A-C7EA4D175632}" type="parTrans" cxnId="{D7A9AD98-C91B-43B2-89B8-56F5E93B0C5E}">
      <dgm:prSet/>
      <dgm:spPr/>
      <dgm:t>
        <a:bodyPr/>
        <a:lstStyle/>
        <a:p>
          <a:endParaRPr lang="es-CO"/>
        </a:p>
      </dgm:t>
    </dgm:pt>
    <dgm:pt modelId="{28D66607-330A-4197-A278-86E8743584FF}" type="sibTrans" cxnId="{D7A9AD98-C91B-43B2-89B8-56F5E93B0C5E}">
      <dgm:prSet/>
      <dgm:spPr/>
      <dgm:t>
        <a:bodyPr/>
        <a:lstStyle/>
        <a:p>
          <a:endParaRPr lang="es-CO"/>
        </a:p>
      </dgm:t>
    </dgm:pt>
    <dgm:pt modelId="{774226CD-5856-4861-8EAF-E12989E02491}">
      <dgm:prSet/>
      <dgm:spPr/>
      <dgm:t>
        <a:bodyPr/>
        <a:lstStyle/>
        <a:p>
          <a:r>
            <a:rPr lang="es-ES"/>
            <a:t>¿Algún centro parece estar </a:t>
          </a:r>
          <a:r>
            <a:rPr lang="es-ES" b="1"/>
            <a:t>sobreabastecido</a:t>
          </a:r>
          <a:r>
            <a:rPr lang="es-ES"/>
            <a:t> vs su nivel de ventas?</a:t>
          </a:r>
          <a:endParaRPr lang="es-CO"/>
        </a:p>
      </dgm:t>
    </dgm:pt>
    <dgm:pt modelId="{B9A88CE8-72A1-48B4-9BC4-6A6560AC7FDA}" type="parTrans" cxnId="{54E3301E-4A95-4ED0-9E00-2B5219A7D912}">
      <dgm:prSet/>
      <dgm:spPr/>
      <dgm:t>
        <a:bodyPr/>
        <a:lstStyle/>
        <a:p>
          <a:endParaRPr lang="es-CO"/>
        </a:p>
      </dgm:t>
    </dgm:pt>
    <dgm:pt modelId="{268214CB-25ED-41DE-9EF9-10B312F3942C}" type="sibTrans" cxnId="{54E3301E-4A95-4ED0-9E00-2B5219A7D912}">
      <dgm:prSet/>
      <dgm:spPr/>
      <dgm:t>
        <a:bodyPr/>
        <a:lstStyle/>
        <a:p>
          <a:endParaRPr lang="es-CO"/>
        </a:p>
      </dgm:t>
    </dgm:pt>
    <dgm:pt modelId="{C3C2EE9C-511D-4085-8EDD-24DA9458F604}" type="pres">
      <dgm:prSet presAssocID="{B773FFB1-6394-4B70-8386-2EEFDBA16D54}" presName="Name0" presStyleCnt="0">
        <dgm:presLayoutVars>
          <dgm:dir/>
          <dgm:animLvl val="lvl"/>
          <dgm:resizeHandles val="exact"/>
        </dgm:presLayoutVars>
      </dgm:prSet>
      <dgm:spPr/>
    </dgm:pt>
    <dgm:pt modelId="{9B6E72E7-7516-4059-97F4-762771FD2F91}" type="pres">
      <dgm:prSet presAssocID="{F2AA7E14-FFFE-41FC-BDD5-8AC761E3FF21}" presName="composite" presStyleCnt="0"/>
      <dgm:spPr/>
    </dgm:pt>
    <dgm:pt modelId="{E732B73E-A1E6-4E16-8241-710302E368B3}" type="pres">
      <dgm:prSet presAssocID="{F2AA7E14-FFFE-41FC-BDD5-8AC761E3FF21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987580CD-7056-43BD-9DDF-B8E6D57F4C66}" type="pres">
      <dgm:prSet presAssocID="{F2AA7E14-FFFE-41FC-BDD5-8AC761E3FF21}" presName="desTx" presStyleLbl="alignAccFollowNode1" presStyleIdx="0" presStyleCnt="3">
        <dgm:presLayoutVars>
          <dgm:bulletEnabled val="1"/>
        </dgm:presLayoutVars>
      </dgm:prSet>
      <dgm:spPr/>
    </dgm:pt>
    <dgm:pt modelId="{8DE433BE-E9DF-456B-8C3D-9DDE0FD5E86F}" type="pres">
      <dgm:prSet presAssocID="{7CC23848-7A1E-44FC-85BB-14BDA0E8572E}" presName="space" presStyleCnt="0"/>
      <dgm:spPr/>
    </dgm:pt>
    <dgm:pt modelId="{76199654-CEAF-4A22-B34C-4D5604427E88}" type="pres">
      <dgm:prSet presAssocID="{FA91CD66-3956-45F0-B896-C04B33ECD663}" presName="composite" presStyleCnt="0"/>
      <dgm:spPr/>
    </dgm:pt>
    <dgm:pt modelId="{29E13257-8732-4A25-8F7D-6B36D96683DE}" type="pres">
      <dgm:prSet presAssocID="{FA91CD66-3956-45F0-B896-C04B33ECD663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1E2E7E9E-DF98-4F27-B8B3-C79E74BBF828}" type="pres">
      <dgm:prSet presAssocID="{FA91CD66-3956-45F0-B896-C04B33ECD663}" presName="desTx" presStyleLbl="alignAccFollowNode1" presStyleIdx="1" presStyleCnt="3">
        <dgm:presLayoutVars>
          <dgm:bulletEnabled val="1"/>
        </dgm:presLayoutVars>
      </dgm:prSet>
      <dgm:spPr/>
    </dgm:pt>
    <dgm:pt modelId="{9DD641BF-11BB-4971-BF56-28797D6C18DE}" type="pres">
      <dgm:prSet presAssocID="{849D9F52-C801-42CB-962C-E69751FC018E}" presName="space" presStyleCnt="0"/>
      <dgm:spPr/>
    </dgm:pt>
    <dgm:pt modelId="{9D0EB1DF-35B9-4063-9287-CAFA35A6DE0B}" type="pres">
      <dgm:prSet presAssocID="{C772ED19-A911-418E-B414-DBE4C392DD4C}" presName="composite" presStyleCnt="0"/>
      <dgm:spPr/>
    </dgm:pt>
    <dgm:pt modelId="{582CA583-F985-4807-99E6-15A0E4CAF387}" type="pres">
      <dgm:prSet presAssocID="{C772ED19-A911-418E-B414-DBE4C392DD4C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FA03BF4B-4B22-4D8B-9ED2-546A91A6439E}" type="pres">
      <dgm:prSet presAssocID="{C772ED19-A911-418E-B414-DBE4C392DD4C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54E3301E-4A95-4ED0-9E00-2B5219A7D912}" srcId="{C772ED19-A911-418E-B414-DBE4C392DD4C}" destId="{774226CD-5856-4861-8EAF-E12989E02491}" srcOrd="1" destOrd="0" parTransId="{B9A88CE8-72A1-48B4-9BC4-6A6560AC7FDA}" sibTransId="{268214CB-25ED-41DE-9EF9-10B312F3942C}"/>
    <dgm:cxn modelId="{FC275023-C870-4AB5-83FD-5776D70613AB}" type="presOf" srcId="{F2AA7E14-FFFE-41FC-BDD5-8AC761E3FF21}" destId="{E732B73E-A1E6-4E16-8241-710302E368B3}" srcOrd="0" destOrd="0" presId="urn:microsoft.com/office/officeart/2005/8/layout/hList1"/>
    <dgm:cxn modelId="{0C46BB25-32D7-4891-A933-FEC64448974E}" type="presOf" srcId="{0C002723-EE53-40BC-AF82-9931783ED389}" destId="{987580CD-7056-43BD-9DDF-B8E6D57F4C66}" srcOrd="0" destOrd="0" presId="urn:microsoft.com/office/officeart/2005/8/layout/hList1"/>
    <dgm:cxn modelId="{C24B832C-7854-49B4-A90D-60F285F527D0}" srcId="{C772ED19-A911-418E-B414-DBE4C392DD4C}" destId="{4A029754-4661-4779-B10E-205ED6FE7345}" srcOrd="0" destOrd="0" parTransId="{A4B5B23E-2CC2-429D-80A3-2318DE65797F}" sibTransId="{F716D504-9792-471A-94AA-7C626DB968E9}"/>
    <dgm:cxn modelId="{DEBFEC35-086B-481C-A081-26858B133509}" type="presOf" srcId="{FA91CD66-3956-45F0-B896-C04B33ECD663}" destId="{29E13257-8732-4A25-8F7D-6B36D96683DE}" srcOrd="0" destOrd="0" presId="urn:microsoft.com/office/officeart/2005/8/layout/hList1"/>
    <dgm:cxn modelId="{E41BA73E-7255-4410-9227-2593CB686E34}" type="presOf" srcId="{B8022957-13BD-45E7-A480-9078EDE680E5}" destId="{FA03BF4B-4B22-4D8B-9ED2-546A91A6439E}" srcOrd="0" destOrd="1" presId="urn:microsoft.com/office/officeart/2005/8/layout/hList1"/>
    <dgm:cxn modelId="{938DB15B-87E6-4D50-B411-E119977594D1}" type="presOf" srcId="{C772ED19-A911-418E-B414-DBE4C392DD4C}" destId="{582CA583-F985-4807-99E6-15A0E4CAF387}" srcOrd="0" destOrd="0" presId="urn:microsoft.com/office/officeart/2005/8/layout/hList1"/>
    <dgm:cxn modelId="{D1918861-51D1-4FD0-B181-75B080D612CB}" type="presOf" srcId="{23EDD018-85E5-4E36-B993-AF2A5B5D9B85}" destId="{1E2E7E9E-DF98-4F27-B8B3-C79E74BBF828}" srcOrd="0" destOrd="1" presId="urn:microsoft.com/office/officeart/2005/8/layout/hList1"/>
    <dgm:cxn modelId="{78F10363-76CE-4FEC-BF8C-E658D692682F}" type="presOf" srcId="{B773FFB1-6394-4B70-8386-2EEFDBA16D54}" destId="{C3C2EE9C-511D-4085-8EDD-24DA9458F604}" srcOrd="0" destOrd="0" presId="urn:microsoft.com/office/officeart/2005/8/layout/hList1"/>
    <dgm:cxn modelId="{69B1144C-ADE5-4933-ACF0-22B51194A8AB}" type="presOf" srcId="{10A7503C-65E0-42B1-80D3-0DD011D5B9AB}" destId="{FA03BF4B-4B22-4D8B-9ED2-546A91A6439E}" srcOrd="0" destOrd="2" presId="urn:microsoft.com/office/officeart/2005/8/layout/hList1"/>
    <dgm:cxn modelId="{897EE577-79FF-444B-B2CA-B0EBAB4B3257}" srcId="{B773FFB1-6394-4B70-8386-2EEFDBA16D54}" destId="{F2AA7E14-FFFE-41FC-BDD5-8AC761E3FF21}" srcOrd="0" destOrd="0" parTransId="{5B636F24-58DD-4290-B850-96FFB73C90F4}" sibTransId="{7CC23848-7A1E-44FC-85BB-14BDA0E8572E}"/>
    <dgm:cxn modelId="{41A9FC84-EF0B-4DA0-8E63-8F75D2424264}" type="presOf" srcId="{1DD42F33-2B2F-44B5-9466-77F13B055054}" destId="{987580CD-7056-43BD-9DDF-B8E6D57F4C66}" srcOrd="0" destOrd="2" presId="urn:microsoft.com/office/officeart/2005/8/layout/hList1"/>
    <dgm:cxn modelId="{DFF0C896-E20C-46E5-9233-84DEFBB1AC81}" type="presOf" srcId="{084A78BD-1993-4B68-88AB-AA86909EFDA1}" destId="{1E2E7E9E-DF98-4F27-B8B3-C79E74BBF828}" srcOrd="0" destOrd="0" presId="urn:microsoft.com/office/officeart/2005/8/layout/hList1"/>
    <dgm:cxn modelId="{D7A9AD98-C91B-43B2-89B8-56F5E93B0C5E}" srcId="{4A029754-4661-4779-B10E-205ED6FE7345}" destId="{10A7503C-65E0-42B1-80D3-0DD011D5B9AB}" srcOrd="1" destOrd="0" parTransId="{1AAE88EC-45FE-43F6-933A-C7EA4D175632}" sibTransId="{28D66607-330A-4197-A278-86E8743584FF}"/>
    <dgm:cxn modelId="{A65A0B9B-0D39-4051-AAD1-3232620978F3}" srcId="{F2AA7E14-FFFE-41FC-BDD5-8AC761E3FF21}" destId="{A48EC7AA-BA36-4636-85FC-8B0938EC0027}" srcOrd="1" destOrd="0" parTransId="{4A4F8C80-5097-451E-9479-E337F6DD9948}" sibTransId="{F6865D2E-01D9-403F-8612-2F01C9F262E7}"/>
    <dgm:cxn modelId="{2EA41B9C-9F1D-4F8D-AA28-5187DE6BA4B7}" srcId="{F2AA7E14-FFFE-41FC-BDD5-8AC761E3FF21}" destId="{0C002723-EE53-40BC-AF82-9931783ED389}" srcOrd="0" destOrd="0" parTransId="{E8CAD266-C558-4E10-8FDD-A3686823F4D4}" sibTransId="{A5C1FA4F-8460-4A3B-89F8-B27FAE64A05C}"/>
    <dgm:cxn modelId="{761EBDB5-9160-484A-8FFA-F0223A715116}" type="presOf" srcId="{4A029754-4661-4779-B10E-205ED6FE7345}" destId="{FA03BF4B-4B22-4D8B-9ED2-546A91A6439E}" srcOrd="0" destOrd="0" presId="urn:microsoft.com/office/officeart/2005/8/layout/hList1"/>
    <dgm:cxn modelId="{9395EFC3-6CF5-4F24-92E6-3818726794B3}" srcId="{B773FFB1-6394-4B70-8386-2EEFDBA16D54}" destId="{C772ED19-A911-418E-B414-DBE4C392DD4C}" srcOrd="2" destOrd="0" parTransId="{B91CFE73-922C-4E02-BE4E-026FFDEBD850}" sibTransId="{B5720918-8EF2-4B9F-B96E-417E50EA7903}"/>
    <dgm:cxn modelId="{E1032DC4-CDC0-49D8-86BD-817F74A90A39}" type="presOf" srcId="{A48EC7AA-BA36-4636-85FC-8B0938EC0027}" destId="{987580CD-7056-43BD-9DDF-B8E6D57F4C66}" srcOrd="0" destOrd="1" presId="urn:microsoft.com/office/officeart/2005/8/layout/hList1"/>
    <dgm:cxn modelId="{252652CB-6BF5-4A59-9F77-C9C554239EAB}" type="presOf" srcId="{774226CD-5856-4861-8EAF-E12989E02491}" destId="{FA03BF4B-4B22-4D8B-9ED2-546A91A6439E}" srcOrd="0" destOrd="3" presId="urn:microsoft.com/office/officeart/2005/8/layout/hList1"/>
    <dgm:cxn modelId="{79B45BE6-34A8-4E37-85F4-6AE474F46F43}" srcId="{FA91CD66-3956-45F0-B896-C04B33ECD663}" destId="{084A78BD-1993-4B68-88AB-AA86909EFDA1}" srcOrd="0" destOrd="0" parTransId="{EB8D6AA6-FB52-476A-89B3-34202E4E1BE0}" sibTransId="{64762449-674E-44E0-A23D-5B536167C164}"/>
    <dgm:cxn modelId="{9279EFEB-BEDB-4273-908C-D3D2C182A915}" srcId="{B773FFB1-6394-4B70-8386-2EEFDBA16D54}" destId="{FA91CD66-3956-45F0-B896-C04B33ECD663}" srcOrd="1" destOrd="0" parTransId="{592A7899-6CF1-40E2-A295-E1504C373041}" sibTransId="{849D9F52-C801-42CB-962C-E69751FC018E}"/>
    <dgm:cxn modelId="{8467E3EE-AD76-44E7-8B61-E988A2E2D6AE}" srcId="{4A029754-4661-4779-B10E-205ED6FE7345}" destId="{B8022957-13BD-45E7-A480-9078EDE680E5}" srcOrd="0" destOrd="0" parTransId="{5276B6C7-A223-44D4-8560-7358E6A8058E}" sibTransId="{953A57FD-2B27-4B56-B4F1-ABFB647AFCAE}"/>
    <dgm:cxn modelId="{9B769CF3-7987-4EE0-A361-7385111EDB60}" srcId="{FA91CD66-3956-45F0-B896-C04B33ECD663}" destId="{23EDD018-85E5-4E36-B993-AF2A5B5D9B85}" srcOrd="1" destOrd="0" parTransId="{016C1F81-6476-4BF3-ADF6-EE14E9879A84}" sibTransId="{034FBF96-A404-4D66-B7A9-063E36C1E37F}"/>
    <dgm:cxn modelId="{F14ABCF7-5178-4A23-A136-C500F6B30501}" srcId="{F2AA7E14-FFFE-41FC-BDD5-8AC761E3FF21}" destId="{1DD42F33-2B2F-44B5-9466-77F13B055054}" srcOrd="2" destOrd="0" parTransId="{A9E08BBB-2FC0-470E-8586-F48521239290}" sibTransId="{371792D3-8382-42BF-967D-C1AF7905C435}"/>
    <dgm:cxn modelId="{F861D3F4-B48B-4CA7-8FFE-AF6D4FB42281}" type="presParOf" srcId="{C3C2EE9C-511D-4085-8EDD-24DA9458F604}" destId="{9B6E72E7-7516-4059-97F4-762771FD2F91}" srcOrd="0" destOrd="0" presId="urn:microsoft.com/office/officeart/2005/8/layout/hList1"/>
    <dgm:cxn modelId="{0EEB6240-3251-4A8C-A9EB-6C6725237A45}" type="presParOf" srcId="{9B6E72E7-7516-4059-97F4-762771FD2F91}" destId="{E732B73E-A1E6-4E16-8241-710302E368B3}" srcOrd="0" destOrd="0" presId="urn:microsoft.com/office/officeart/2005/8/layout/hList1"/>
    <dgm:cxn modelId="{FAC8C891-E127-4AB2-9D39-3D1C3F62CB88}" type="presParOf" srcId="{9B6E72E7-7516-4059-97F4-762771FD2F91}" destId="{987580CD-7056-43BD-9DDF-B8E6D57F4C66}" srcOrd="1" destOrd="0" presId="urn:microsoft.com/office/officeart/2005/8/layout/hList1"/>
    <dgm:cxn modelId="{23AB7DAE-8310-4C9D-8BB4-102C41F59474}" type="presParOf" srcId="{C3C2EE9C-511D-4085-8EDD-24DA9458F604}" destId="{8DE433BE-E9DF-456B-8C3D-9DDE0FD5E86F}" srcOrd="1" destOrd="0" presId="urn:microsoft.com/office/officeart/2005/8/layout/hList1"/>
    <dgm:cxn modelId="{5D101836-33BD-430D-81C8-D07B4F5C3A40}" type="presParOf" srcId="{C3C2EE9C-511D-4085-8EDD-24DA9458F604}" destId="{76199654-CEAF-4A22-B34C-4D5604427E88}" srcOrd="2" destOrd="0" presId="urn:microsoft.com/office/officeart/2005/8/layout/hList1"/>
    <dgm:cxn modelId="{E6F98C53-ADED-4816-8BB7-11C810A9E2ED}" type="presParOf" srcId="{76199654-CEAF-4A22-B34C-4D5604427E88}" destId="{29E13257-8732-4A25-8F7D-6B36D96683DE}" srcOrd="0" destOrd="0" presId="urn:microsoft.com/office/officeart/2005/8/layout/hList1"/>
    <dgm:cxn modelId="{47B40C5F-9C2F-4F9B-A10D-D1C75B4CBCBA}" type="presParOf" srcId="{76199654-CEAF-4A22-B34C-4D5604427E88}" destId="{1E2E7E9E-DF98-4F27-B8B3-C79E74BBF828}" srcOrd="1" destOrd="0" presId="urn:microsoft.com/office/officeart/2005/8/layout/hList1"/>
    <dgm:cxn modelId="{F30E77D8-9E4F-4D47-AE49-1F711F237AF0}" type="presParOf" srcId="{C3C2EE9C-511D-4085-8EDD-24DA9458F604}" destId="{9DD641BF-11BB-4971-BF56-28797D6C18DE}" srcOrd="3" destOrd="0" presId="urn:microsoft.com/office/officeart/2005/8/layout/hList1"/>
    <dgm:cxn modelId="{E1D285F0-3DD4-4185-9252-EFA1EE311467}" type="presParOf" srcId="{C3C2EE9C-511D-4085-8EDD-24DA9458F604}" destId="{9D0EB1DF-35B9-4063-9287-CAFA35A6DE0B}" srcOrd="4" destOrd="0" presId="urn:microsoft.com/office/officeart/2005/8/layout/hList1"/>
    <dgm:cxn modelId="{9CFB69AA-C63E-443F-A1E9-0AFAA2F9F736}" type="presParOf" srcId="{9D0EB1DF-35B9-4063-9287-CAFA35A6DE0B}" destId="{582CA583-F985-4807-99E6-15A0E4CAF387}" srcOrd="0" destOrd="0" presId="urn:microsoft.com/office/officeart/2005/8/layout/hList1"/>
    <dgm:cxn modelId="{7316F1D9-CCC8-4F43-9159-182FAD531234}" type="presParOf" srcId="{9D0EB1DF-35B9-4063-9287-CAFA35A6DE0B}" destId="{FA03BF4B-4B22-4D8B-9ED2-546A91A6439E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E35162D-8DB7-4652-B904-596D03CC1798}" type="doc">
      <dgm:prSet loTypeId="urn:microsoft.com/office/officeart/2005/8/layout/h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s-CO"/>
        </a:p>
      </dgm:t>
    </dgm:pt>
    <dgm:pt modelId="{C91AA99F-714C-44A0-8F53-D86938CC6097}">
      <dgm:prSet/>
      <dgm:spPr/>
      <dgm:t>
        <a:bodyPr/>
        <a:lstStyle/>
        <a:p>
          <a:r>
            <a:rPr lang="es-CO" b="1" i="0" baseline="0"/>
            <a:t>Rotación por categoría/subcategoría</a:t>
          </a:r>
          <a:endParaRPr lang="es-CO"/>
        </a:p>
      </dgm:t>
    </dgm:pt>
    <dgm:pt modelId="{D28F19EE-90D0-4F51-8854-AE499B58AD41}" type="parTrans" cxnId="{2179DA3A-199A-4032-BD70-7C4D7A4FC202}">
      <dgm:prSet/>
      <dgm:spPr/>
      <dgm:t>
        <a:bodyPr/>
        <a:lstStyle/>
        <a:p>
          <a:endParaRPr lang="es-CO"/>
        </a:p>
      </dgm:t>
    </dgm:pt>
    <dgm:pt modelId="{6945D062-08E7-4D47-AADF-20E309BE67CB}" type="sibTrans" cxnId="{2179DA3A-199A-4032-BD70-7C4D7A4FC202}">
      <dgm:prSet/>
      <dgm:spPr/>
      <dgm:t>
        <a:bodyPr/>
        <a:lstStyle/>
        <a:p>
          <a:endParaRPr lang="es-CO"/>
        </a:p>
      </dgm:t>
    </dgm:pt>
    <dgm:pt modelId="{C62ECF0F-D544-4B80-9E08-C53153165849}">
      <dgm:prSet/>
      <dgm:spPr/>
      <dgm:t>
        <a:bodyPr/>
        <a:lstStyle/>
        <a:p>
          <a:r>
            <a:rPr lang="es-CO" b="0" i="0" baseline="0" dirty="0"/>
            <a:t>Calcula una métrica aproximada de </a:t>
          </a:r>
          <a:r>
            <a:rPr lang="es-CO" b="1" i="0" baseline="0" dirty="0"/>
            <a:t>rotación</a:t>
          </a:r>
          <a:r>
            <a:rPr lang="es-CO" b="0" i="0" baseline="0" dirty="0"/>
            <a:t> utilizando:</a:t>
          </a:r>
          <a:endParaRPr lang="es-CO" dirty="0"/>
        </a:p>
      </dgm:t>
    </dgm:pt>
    <dgm:pt modelId="{D56AE30F-AE6D-45E5-A82A-9A94F429B219}" type="parTrans" cxnId="{28B84E14-DAC4-418E-B39D-390BBDC8F9C9}">
      <dgm:prSet/>
      <dgm:spPr/>
      <dgm:t>
        <a:bodyPr/>
        <a:lstStyle/>
        <a:p>
          <a:endParaRPr lang="es-CO"/>
        </a:p>
      </dgm:t>
    </dgm:pt>
    <dgm:pt modelId="{70EB571E-9EA8-42BB-8571-1D2DE8A60210}" type="sibTrans" cxnId="{28B84E14-DAC4-418E-B39D-390BBDC8F9C9}">
      <dgm:prSet/>
      <dgm:spPr/>
      <dgm:t>
        <a:bodyPr/>
        <a:lstStyle/>
        <a:p>
          <a:endParaRPr lang="es-CO"/>
        </a:p>
      </dgm:t>
    </dgm:pt>
    <dgm:pt modelId="{25F542FA-BFAE-42B2-95A9-045C76411B7C}">
      <dgm:prSet/>
      <dgm:spPr/>
      <dgm:t>
        <a:bodyPr/>
        <a:lstStyle/>
        <a:p>
          <a:r>
            <a:rPr lang="es-CO" b="0" i="0" baseline="0" dirty="0"/>
            <a:t>Ventas (cantidad)</a:t>
          </a:r>
          <a:endParaRPr lang="es-CO" dirty="0"/>
        </a:p>
      </dgm:t>
    </dgm:pt>
    <dgm:pt modelId="{5B2D4A9E-E1B8-499B-98D1-0AA66AD94ED2}" type="parTrans" cxnId="{4576F1A6-0826-45C4-87AA-E289D3119FB1}">
      <dgm:prSet/>
      <dgm:spPr/>
      <dgm:t>
        <a:bodyPr/>
        <a:lstStyle/>
        <a:p>
          <a:endParaRPr lang="es-CO"/>
        </a:p>
      </dgm:t>
    </dgm:pt>
    <dgm:pt modelId="{DF85B65E-17E1-4B1C-839D-711EEF880CBC}" type="sibTrans" cxnId="{4576F1A6-0826-45C4-87AA-E289D3119FB1}">
      <dgm:prSet/>
      <dgm:spPr/>
      <dgm:t>
        <a:bodyPr/>
        <a:lstStyle/>
        <a:p>
          <a:endParaRPr lang="es-CO"/>
        </a:p>
      </dgm:t>
    </dgm:pt>
    <dgm:pt modelId="{A60FDFFC-53EA-49E8-896F-E68354E1C580}">
      <dgm:prSet/>
      <dgm:spPr/>
      <dgm:t>
        <a:bodyPr/>
        <a:lstStyle/>
        <a:p>
          <a:r>
            <a:rPr lang="es-CO" b="0" i="0" baseline="0" dirty="0" err="1"/>
            <a:t>Stock_promedio</a:t>
          </a:r>
          <a:r>
            <a:rPr lang="es-CO" b="0" i="0" baseline="0" dirty="0"/>
            <a:t> (a partir de inventario)</a:t>
          </a:r>
          <a:endParaRPr lang="es-CO" dirty="0"/>
        </a:p>
      </dgm:t>
    </dgm:pt>
    <dgm:pt modelId="{61FFC580-3B46-4404-8C5B-7FDFC0FAF3BA}" type="parTrans" cxnId="{AC9FD00F-FC40-4D35-8EA2-91E0CAFEB26D}">
      <dgm:prSet/>
      <dgm:spPr/>
      <dgm:t>
        <a:bodyPr/>
        <a:lstStyle/>
        <a:p>
          <a:endParaRPr lang="es-CO"/>
        </a:p>
      </dgm:t>
    </dgm:pt>
    <dgm:pt modelId="{D7D63D17-ADCE-4DC4-B620-B49BDE699CA2}" type="sibTrans" cxnId="{AC9FD00F-FC40-4D35-8EA2-91E0CAFEB26D}">
      <dgm:prSet/>
      <dgm:spPr/>
      <dgm:t>
        <a:bodyPr/>
        <a:lstStyle/>
        <a:p>
          <a:endParaRPr lang="es-CO"/>
        </a:p>
      </dgm:t>
    </dgm:pt>
    <dgm:pt modelId="{C1DF1E1A-AB60-4988-91C4-57AC9E3EF871}">
      <dgm:prSet/>
      <dgm:spPr/>
      <dgm:t>
        <a:bodyPr/>
        <a:lstStyle/>
        <a:p>
          <a:r>
            <a:rPr lang="es-CO" b="0" i="0" baseline="0" dirty="0"/>
            <a:t>Identifica subcategorías:</a:t>
          </a:r>
          <a:endParaRPr lang="es-CO" dirty="0"/>
        </a:p>
      </dgm:t>
    </dgm:pt>
    <dgm:pt modelId="{147AD1F7-C818-44B9-8B42-21350FCCA6CB}" type="parTrans" cxnId="{609E0605-D161-4FE8-8735-2C436F2553DD}">
      <dgm:prSet/>
      <dgm:spPr/>
      <dgm:t>
        <a:bodyPr/>
        <a:lstStyle/>
        <a:p>
          <a:endParaRPr lang="es-CO"/>
        </a:p>
      </dgm:t>
    </dgm:pt>
    <dgm:pt modelId="{B47C34C5-078B-4ED1-8E51-7666E4A13B57}" type="sibTrans" cxnId="{609E0605-D161-4FE8-8735-2C436F2553DD}">
      <dgm:prSet/>
      <dgm:spPr/>
      <dgm:t>
        <a:bodyPr/>
        <a:lstStyle/>
        <a:p>
          <a:endParaRPr lang="es-CO"/>
        </a:p>
      </dgm:t>
    </dgm:pt>
    <dgm:pt modelId="{6D34729C-795A-49F7-A9AD-2F9A0450B5B1}">
      <dgm:prSet/>
      <dgm:spPr/>
      <dgm:t>
        <a:bodyPr/>
        <a:lstStyle/>
        <a:p>
          <a:r>
            <a:rPr lang="es-CO" b="1" i="0" baseline="0" dirty="0"/>
            <a:t>Lentas</a:t>
          </a:r>
          <a:r>
            <a:rPr lang="es-CO" b="0" i="0" baseline="0" dirty="0"/>
            <a:t> (stock alto, ventas bajas)</a:t>
          </a:r>
          <a:endParaRPr lang="es-CO" dirty="0"/>
        </a:p>
      </dgm:t>
    </dgm:pt>
    <dgm:pt modelId="{6D5B8229-CDCC-4F22-A894-012F59B43A97}" type="parTrans" cxnId="{D2F34193-D861-4D85-ACAA-248A79CCE50A}">
      <dgm:prSet/>
      <dgm:spPr/>
      <dgm:t>
        <a:bodyPr/>
        <a:lstStyle/>
        <a:p>
          <a:endParaRPr lang="es-CO"/>
        </a:p>
      </dgm:t>
    </dgm:pt>
    <dgm:pt modelId="{D66884A8-C410-48A2-963B-5C1241703B74}" type="sibTrans" cxnId="{D2F34193-D861-4D85-ACAA-248A79CCE50A}">
      <dgm:prSet/>
      <dgm:spPr/>
      <dgm:t>
        <a:bodyPr/>
        <a:lstStyle/>
        <a:p>
          <a:endParaRPr lang="es-CO"/>
        </a:p>
      </dgm:t>
    </dgm:pt>
    <dgm:pt modelId="{CE1C15AC-E9F6-4453-A698-9F46819AD085}">
      <dgm:prSet/>
      <dgm:spPr/>
      <dgm:t>
        <a:bodyPr/>
        <a:lstStyle/>
        <a:p>
          <a:r>
            <a:rPr lang="es-CO" b="1" i="0" baseline="0" dirty="0"/>
            <a:t>Rápidas</a:t>
          </a:r>
          <a:r>
            <a:rPr lang="es-CO" b="0" i="0" baseline="0" dirty="0"/>
            <a:t> (stock bajo, ventas altas)</a:t>
          </a:r>
          <a:endParaRPr lang="es-CO" dirty="0"/>
        </a:p>
      </dgm:t>
    </dgm:pt>
    <dgm:pt modelId="{2A8CE6C8-73C6-4104-9640-B493FE85B076}" type="parTrans" cxnId="{706145DA-EEBE-4CD6-A7C9-E95AF23E810A}">
      <dgm:prSet/>
      <dgm:spPr/>
      <dgm:t>
        <a:bodyPr/>
        <a:lstStyle/>
        <a:p>
          <a:endParaRPr lang="es-CO"/>
        </a:p>
      </dgm:t>
    </dgm:pt>
    <dgm:pt modelId="{3270C2B3-3CA2-4595-8B31-E3D81F0D1072}" type="sibTrans" cxnId="{706145DA-EEBE-4CD6-A7C9-E95AF23E810A}">
      <dgm:prSet/>
      <dgm:spPr/>
      <dgm:t>
        <a:bodyPr/>
        <a:lstStyle/>
        <a:p>
          <a:endParaRPr lang="es-CO"/>
        </a:p>
      </dgm:t>
    </dgm:pt>
    <dgm:pt modelId="{901DDBD7-7122-474C-BE30-7C6C609DC3BB}">
      <dgm:prSet/>
      <dgm:spPr/>
      <dgm:t>
        <a:bodyPr/>
        <a:lstStyle/>
        <a:p>
          <a:r>
            <a:rPr lang="es-CO" b="1" i="0" baseline="0" dirty="0" err="1"/>
            <a:t>Sobreinventario</a:t>
          </a:r>
          <a:r>
            <a:rPr lang="es-CO" b="1" i="0" baseline="0" dirty="0"/>
            <a:t> y riesgo</a:t>
          </a:r>
          <a:endParaRPr lang="es-CO" dirty="0"/>
        </a:p>
      </dgm:t>
    </dgm:pt>
    <dgm:pt modelId="{4819E808-DDE5-4A21-89C2-3ECFFCE83D65}" type="parTrans" cxnId="{991900AF-C4BC-4498-A334-28ECF451F666}">
      <dgm:prSet/>
      <dgm:spPr/>
      <dgm:t>
        <a:bodyPr/>
        <a:lstStyle/>
        <a:p>
          <a:endParaRPr lang="es-CO"/>
        </a:p>
      </dgm:t>
    </dgm:pt>
    <dgm:pt modelId="{8867B40C-8E42-4049-ACF0-A2744D3622C6}" type="sibTrans" cxnId="{991900AF-C4BC-4498-A334-28ECF451F666}">
      <dgm:prSet/>
      <dgm:spPr/>
      <dgm:t>
        <a:bodyPr/>
        <a:lstStyle/>
        <a:p>
          <a:endParaRPr lang="es-CO"/>
        </a:p>
      </dgm:t>
    </dgm:pt>
    <dgm:pt modelId="{03EB796C-087C-4D9E-8188-FB78E6338214}">
      <dgm:prSet/>
      <dgm:spPr/>
      <dgm:t>
        <a:bodyPr/>
        <a:lstStyle/>
        <a:p>
          <a:r>
            <a:rPr lang="es-CO" b="0" i="0" baseline="0" dirty="0"/>
            <a:t>¿En qué centros logísticos se concentra mayor </a:t>
          </a:r>
          <a:r>
            <a:rPr lang="es-CO" b="1" i="0" baseline="0" dirty="0" err="1"/>
            <a:t>valor_inventario_cop</a:t>
          </a:r>
          <a:r>
            <a:rPr lang="es-CO" b="0" i="0" baseline="0" dirty="0"/>
            <a:t>?</a:t>
          </a:r>
          <a:endParaRPr lang="es-CO" dirty="0"/>
        </a:p>
      </dgm:t>
    </dgm:pt>
    <dgm:pt modelId="{AC67597C-ED93-4D2B-9DF8-887F6379470D}" type="parTrans" cxnId="{58FEC6FC-24B3-49C6-B730-F761EEB6E9E5}">
      <dgm:prSet/>
      <dgm:spPr/>
      <dgm:t>
        <a:bodyPr/>
        <a:lstStyle/>
        <a:p>
          <a:endParaRPr lang="es-CO"/>
        </a:p>
      </dgm:t>
    </dgm:pt>
    <dgm:pt modelId="{720F128E-38AE-45C6-ABCD-818CE24CFE2C}" type="sibTrans" cxnId="{58FEC6FC-24B3-49C6-B730-F761EEB6E9E5}">
      <dgm:prSet/>
      <dgm:spPr/>
      <dgm:t>
        <a:bodyPr/>
        <a:lstStyle/>
        <a:p>
          <a:endParaRPr lang="es-CO"/>
        </a:p>
      </dgm:t>
    </dgm:pt>
    <dgm:pt modelId="{0D4FDA3A-81FB-454C-85D6-EE3121071785}">
      <dgm:prSet/>
      <dgm:spPr/>
      <dgm:t>
        <a:bodyPr/>
        <a:lstStyle/>
        <a:p>
          <a:r>
            <a:rPr lang="es-CO" b="0" i="0" baseline="0" dirty="0"/>
            <a:t>¿Qué productos tienen stock alto, bajo margen y bajas ventas? (candidatos a </a:t>
          </a:r>
          <a:r>
            <a:rPr lang="es-CO" b="1" i="0" baseline="0" dirty="0"/>
            <a:t>obsolescencia</a:t>
          </a:r>
          <a:r>
            <a:rPr lang="es-CO" b="0" i="0" baseline="0" dirty="0"/>
            <a:t>)</a:t>
          </a:r>
          <a:endParaRPr lang="es-CO" dirty="0"/>
        </a:p>
      </dgm:t>
    </dgm:pt>
    <dgm:pt modelId="{44C86B0A-4B0E-4D29-9B02-6777FD4C4B85}" type="parTrans" cxnId="{09C2A812-9EFB-405A-A935-BDC53383F0B1}">
      <dgm:prSet/>
      <dgm:spPr/>
      <dgm:t>
        <a:bodyPr/>
        <a:lstStyle/>
        <a:p>
          <a:endParaRPr lang="es-CO"/>
        </a:p>
      </dgm:t>
    </dgm:pt>
    <dgm:pt modelId="{B79D6022-B369-41EC-8D92-D63A9D66465A}" type="sibTrans" cxnId="{09C2A812-9EFB-405A-A935-BDC53383F0B1}">
      <dgm:prSet/>
      <dgm:spPr/>
      <dgm:t>
        <a:bodyPr/>
        <a:lstStyle/>
        <a:p>
          <a:endParaRPr lang="es-CO"/>
        </a:p>
      </dgm:t>
    </dgm:pt>
    <dgm:pt modelId="{9746AA61-168E-491B-895B-523932A549D2}">
      <dgm:prSet/>
      <dgm:spPr/>
      <dgm:t>
        <a:bodyPr/>
        <a:lstStyle/>
        <a:p>
          <a:r>
            <a:rPr lang="es-CO" b="1" i="0" baseline="0" dirty="0"/>
            <a:t>Rupturas potenciales</a:t>
          </a:r>
          <a:endParaRPr lang="es-CO" dirty="0"/>
        </a:p>
      </dgm:t>
    </dgm:pt>
    <dgm:pt modelId="{9F6AAFAD-ABC8-4F90-9CFC-C9354202495B}" type="parTrans" cxnId="{4BB1CA19-5829-4B7D-8CCF-FAE614088E05}">
      <dgm:prSet/>
      <dgm:spPr/>
      <dgm:t>
        <a:bodyPr/>
        <a:lstStyle/>
        <a:p>
          <a:endParaRPr lang="es-CO"/>
        </a:p>
      </dgm:t>
    </dgm:pt>
    <dgm:pt modelId="{DE012BD2-2B65-4BE7-9E72-CB536697E7A5}" type="sibTrans" cxnId="{4BB1CA19-5829-4B7D-8CCF-FAE614088E05}">
      <dgm:prSet/>
      <dgm:spPr/>
      <dgm:t>
        <a:bodyPr/>
        <a:lstStyle/>
        <a:p>
          <a:endParaRPr lang="es-CO"/>
        </a:p>
      </dgm:t>
    </dgm:pt>
    <dgm:pt modelId="{503CB9FF-DF74-43FA-BC8C-738E377E2FBC}">
      <dgm:prSet/>
      <dgm:spPr/>
      <dgm:t>
        <a:bodyPr/>
        <a:lstStyle/>
        <a:p>
          <a:r>
            <a:rPr lang="es-CO" b="0" i="0" baseline="0" dirty="0"/>
            <a:t>¿Existen productos con alta venta histórica pero que aparecen con </a:t>
          </a:r>
          <a:r>
            <a:rPr lang="es-CO" b="1" i="0" baseline="0" dirty="0"/>
            <a:t>stock bajo</a:t>
          </a:r>
          <a:r>
            <a:rPr lang="es-CO" b="0" i="0" baseline="0" dirty="0"/>
            <a:t> en los últimos cortes?</a:t>
          </a:r>
          <a:endParaRPr lang="es-CO" dirty="0"/>
        </a:p>
      </dgm:t>
    </dgm:pt>
    <dgm:pt modelId="{15DEBD46-BBC6-46EF-AC42-2C97CE04881F}" type="parTrans" cxnId="{7E1021BC-68BC-4F13-90C6-15254B15A30A}">
      <dgm:prSet/>
      <dgm:spPr/>
      <dgm:t>
        <a:bodyPr/>
        <a:lstStyle/>
        <a:p>
          <a:endParaRPr lang="es-CO"/>
        </a:p>
      </dgm:t>
    </dgm:pt>
    <dgm:pt modelId="{6F6C8072-0499-4D8C-ABF8-4BC92E03B3DB}" type="sibTrans" cxnId="{7E1021BC-68BC-4F13-90C6-15254B15A30A}">
      <dgm:prSet/>
      <dgm:spPr/>
      <dgm:t>
        <a:bodyPr/>
        <a:lstStyle/>
        <a:p>
          <a:endParaRPr lang="es-CO"/>
        </a:p>
      </dgm:t>
    </dgm:pt>
    <dgm:pt modelId="{4975BEFA-6837-4DCE-9939-A2A6246938EE}">
      <dgm:prSet/>
      <dgm:spPr/>
      <dgm:t>
        <a:bodyPr/>
        <a:lstStyle/>
        <a:p>
          <a:r>
            <a:rPr lang="es-CO" b="0" i="0" baseline="0" dirty="0"/>
            <a:t>Señala los </a:t>
          </a:r>
          <a:r>
            <a:rPr lang="es-CO" b="1" i="0" baseline="0" dirty="0"/>
            <a:t>Top 10 productos</a:t>
          </a:r>
          <a:r>
            <a:rPr lang="es-CO" b="0" i="0" baseline="0" dirty="0"/>
            <a:t> con mayor riesgo potencial de </a:t>
          </a:r>
          <a:r>
            <a:rPr lang="es-CO" b="1" i="0" baseline="0" dirty="0"/>
            <a:t>stock-</a:t>
          </a:r>
          <a:r>
            <a:rPr lang="es-CO" b="1" i="0" baseline="0" dirty="0" err="1"/>
            <a:t>out</a:t>
          </a:r>
          <a:r>
            <a:rPr lang="es-CO" b="0" i="0" baseline="0" dirty="0"/>
            <a:t>.</a:t>
          </a:r>
          <a:endParaRPr lang="es-CO" dirty="0"/>
        </a:p>
      </dgm:t>
    </dgm:pt>
    <dgm:pt modelId="{D2B48FB3-6EAA-48B5-803D-D53BA8540E62}" type="parTrans" cxnId="{C6F7367E-2BD5-454C-B341-6DCA8E16D787}">
      <dgm:prSet/>
      <dgm:spPr/>
      <dgm:t>
        <a:bodyPr/>
        <a:lstStyle/>
        <a:p>
          <a:endParaRPr lang="es-CO"/>
        </a:p>
      </dgm:t>
    </dgm:pt>
    <dgm:pt modelId="{3CA63B80-BEF4-49E2-A8F7-6D802898BF82}" type="sibTrans" cxnId="{C6F7367E-2BD5-454C-B341-6DCA8E16D787}">
      <dgm:prSet/>
      <dgm:spPr/>
      <dgm:t>
        <a:bodyPr/>
        <a:lstStyle/>
        <a:p>
          <a:endParaRPr lang="es-CO"/>
        </a:p>
      </dgm:t>
    </dgm:pt>
    <dgm:pt modelId="{EBB3A791-B4B5-4F22-B66E-85D7DBD0EDE5}" type="pres">
      <dgm:prSet presAssocID="{AE35162D-8DB7-4652-B904-596D03CC1798}" presName="Name0" presStyleCnt="0">
        <dgm:presLayoutVars>
          <dgm:dir/>
          <dgm:animLvl val="lvl"/>
          <dgm:resizeHandles val="exact"/>
        </dgm:presLayoutVars>
      </dgm:prSet>
      <dgm:spPr/>
    </dgm:pt>
    <dgm:pt modelId="{E4B2CE54-53DC-4DEC-9045-2BAEB04DCE72}" type="pres">
      <dgm:prSet presAssocID="{C91AA99F-714C-44A0-8F53-D86938CC6097}" presName="composite" presStyleCnt="0"/>
      <dgm:spPr/>
    </dgm:pt>
    <dgm:pt modelId="{6C786821-E9F6-4D59-A766-265CBB8BCA6E}" type="pres">
      <dgm:prSet presAssocID="{C91AA99F-714C-44A0-8F53-D86938CC6097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C45C156F-955D-4A34-8DEB-69AF1D02B3BC}" type="pres">
      <dgm:prSet presAssocID="{C91AA99F-714C-44A0-8F53-D86938CC6097}" presName="desTx" presStyleLbl="alignAccFollowNode1" presStyleIdx="0" presStyleCnt="3">
        <dgm:presLayoutVars>
          <dgm:bulletEnabled val="1"/>
        </dgm:presLayoutVars>
      </dgm:prSet>
      <dgm:spPr/>
    </dgm:pt>
    <dgm:pt modelId="{12DE7522-0650-46AB-B938-DA4B33E72832}" type="pres">
      <dgm:prSet presAssocID="{6945D062-08E7-4D47-AADF-20E309BE67CB}" presName="space" presStyleCnt="0"/>
      <dgm:spPr/>
    </dgm:pt>
    <dgm:pt modelId="{565A16C2-AD53-4CFD-90B8-51C6A9593259}" type="pres">
      <dgm:prSet presAssocID="{901DDBD7-7122-474C-BE30-7C6C609DC3BB}" presName="composite" presStyleCnt="0"/>
      <dgm:spPr/>
    </dgm:pt>
    <dgm:pt modelId="{CD3CE4F7-7564-49C0-AE28-D5CA972153FE}" type="pres">
      <dgm:prSet presAssocID="{901DDBD7-7122-474C-BE30-7C6C609DC3BB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A21534FE-7006-4F53-9699-E7FA397F93BD}" type="pres">
      <dgm:prSet presAssocID="{901DDBD7-7122-474C-BE30-7C6C609DC3BB}" presName="desTx" presStyleLbl="alignAccFollowNode1" presStyleIdx="1" presStyleCnt="3">
        <dgm:presLayoutVars>
          <dgm:bulletEnabled val="1"/>
        </dgm:presLayoutVars>
      </dgm:prSet>
      <dgm:spPr/>
    </dgm:pt>
    <dgm:pt modelId="{82B8DB6D-F57D-41F7-BB4A-A27550ED8A44}" type="pres">
      <dgm:prSet presAssocID="{8867B40C-8E42-4049-ACF0-A2744D3622C6}" presName="space" presStyleCnt="0"/>
      <dgm:spPr/>
    </dgm:pt>
    <dgm:pt modelId="{25EFB4E6-7E0A-4F10-9413-B48E85F89DB9}" type="pres">
      <dgm:prSet presAssocID="{9746AA61-168E-491B-895B-523932A549D2}" presName="composite" presStyleCnt="0"/>
      <dgm:spPr/>
    </dgm:pt>
    <dgm:pt modelId="{B5477813-FA97-43FD-B139-20DD69EA8A0A}" type="pres">
      <dgm:prSet presAssocID="{9746AA61-168E-491B-895B-523932A549D2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EAC515DA-8FEE-4379-9CBD-C2003FB2DD90}" type="pres">
      <dgm:prSet presAssocID="{9746AA61-168E-491B-895B-523932A549D2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609E0605-D161-4FE8-8735-2C436F2553DD}" srcId="{C91AA99F-714C-44A0-8F53-D86938CC6097}" destId="{C1DF1E1A-AB60-4988-91C4-57AC9E3EF871}" srcOrd="1" destOrd="0" parTransId="{147AD1F7-C818-44B9-8B42-21350FCCA6CB}" sibTransId="{B47C34C5-078B-4ED1-8E51-7666E4A13B57}"/>
    <dgm:cxn modelId="{F7CAC909-4F27-49FB-B7B7-72CD05E01312}" type="presOf" srcId="{A60FDFFC-53EA-49E8-896F-E68354E1C580}" destId="{C45C156F-955D-4A34-8DEB-69AF1D02B3BC}" srcOrd="0" destOrd="2" presId="urn:microsoft.com/office/officeart/2005/8/layout/hList1"/>
    <dgm:cxn modelId="{AC9FD00F-FC40-4D35-8EA2-91E0CAFEB26D}" srcId="{C62ECF0F-D544-4B80-9E08-C53153165849}" destId="{A60FDFFC-53EA-49E8-896F-E68354E1C580}" srcOrd="1" destOrd="0" parTransId="{61FFC580-3B46-4404-8C5B-7FDFC0FAF3BA}" sibTransId="{D7D63D17-ADCE-4DC4-B620-B49BDE699CA2}"/>
    <dgm:cxn modelId="{09C2A812-9EFB-405A-A935-BDC53383F0B1}" srcId="{901DDBD7-7122-474C-BE30-7C6C609DC3BB}" destId="{0D4FDA3A-81FB-454C-85D6-EE3121071785}" srcOrd="1" destOrd="0" parTransId="{44C86B0A-4B0E-4D29-9B02-6777FD4C4B85}" sibTransId="{B79D6022-B369-41EC-8D92-D63A9D66465A}"/>
    <dgm:cxn modelId="{28B84E14-DAC4-418E-B39D-390BBDC8F9C9}" srcId="{C91AA99F-714C-44A0-8F53-D86938CC6097}" destId="{C62ECF0F-D544-4B80-9E08-C53153165849}" srcOrd="0" destOrd="0" parTransId="{D56AE30F-AE6D-45E5-A82A-9A94F429B219}" sibTransId="{70EB571E-9EA8-42BB-8571-1D2DE8A60210}"/>
    <dgm:cxn modelId="{95450619-1FBA-487F-B185-98B377F0A65C}" type="presOf" srcId="{503CB9FF-DF74-43FA-BC8C-738E377E2FBC}" destId="{EAC515DA-8FEE-4379-9CBD-C2003FB2DD90}" srcOrd="0" destOrd="0" presId="urn:microsoft.com/office/officeart/2005/8/layout/hList1"/>
    <dgm:cxn modelId="{4BB1CA19-5829-4B7D-8CCF-FAE614088E05}" srcId="{AE35162D-8DB7-4652-B904-596D03CC1798}" destId="{9746AA61-168E-491B-895B-523932A549D2}" srcOrd="2" destOrd="0" parTransId="{9F6AAFAD-ABC8-4F90-9CFC-C9354202495B}" sibTransId="{DE012BD2-2B65-4BE7-9E72-CB536697E7A5}"/>
    <dgm:cxn modelId="{ECBA2536-4F25-4FCC-A201-15ABAFCC1415}" type="presOf" srcId="{03EB796C-087C-4D9E-8188-FB78E6338214}" destId="{A21534FE-7006-4F53-9699-E7FA397F93BD}" srcOrd="0" destOrd="0" presId="urn:microsoft.com/office/officeart/2005/8/layout/hList1"/>
    <dgm:cxn modelId="{2179DA3A-199A-4032-BD70-7C4D7A4FC202}" srcId="{AE35162D-8DB7-4652-B904-596D03CC1798}" destId="{C91AA99F-714C-44A0-8F53-D86938CC6097}" srcOrd="0" destOrd="0" parTransId="{D28F19EE-90D0-4F51-8854-AE499B58AD41}" sibTransId="{6945D062-08E7-4D47-AADF-20E309BE67CB}"/>
    <dgm:cxn modelId="{836D6640-B4F6-45A5-91BC-E013454C8702}" type="presOf" srcId="{9746AA61-168E-491B-895B-523932A549D2}" destId="{B5477813-FA97-43FD-B139-20DD69EA8A0A}" srcOrd="0" destOrd="0" presId="urn:microsoft.com/office/officeart/2005/8/layout/hList1"/>
    <dgm:cxn modelId="{7546D172-3FCE-4DC8-BB17-E7C1FFB838B2}" type="presOf" srcId="{25F542FA-BFAE-42B2-95A9-045C76411B7C}" destId="{C45C156F-955D-4A34-8DEB-69AF1D02B3BC}" srcOrd="0" destOrd="1" presId="urn:microsoft.com/office/officeart/2005/8/layout/hList1"/>
    <dgm:cxn modelId="{CCC37653-6D9F-4FD2-A02A-529AC3EFB3B6}" type="presOf" srcId="{4975BEFA-6837-4DCE-9939-A2A6246938EE}" destId="{EAC515DA-8FEE-4379-9CBD-C2003FB2DD90}" srcOrd="0" destOrd="1" presId="urn:microsoft.com/office/officeart/2005/8/layout/hList1"/>
    <dgm:cxn modelId="{81F14A75-56AB-411C-999D-9E39C6382372}" type="presOf" srcId="{C62ECF0F-D544-4B80-9E08-C53153165849}" destId="{C45C156F-955D-4A34-8DEB-69AF1D02B3BC}" srcOrd="0" destOrd="0" presId="urn:microsoft.com/office/officeart/2005/8/layout/hList1"/>
    <dgm:cxn modelId="{C6F7367E-2BD5-454C-B341-6DCA8E16D787}" srcId="{9746AA61-168E-491B-895B-523932A549D2}" destId="{4975BEFA-6837-4DCE-9939-A2A6246938EE}" srcOrd="1" destOrd="0" parTransId="{D2B48FB3-6EAA-48B5-803D-D53BA8540E62}" sibTransId="{3CA63B80-BEF4-49E2-A8F7-6D802898BF82}"/>
    <dgm:cxn modelId="{37975887-1FE9-4606-A32D-8256C6563698}" type="presOf" srcId="{6D34729C-795A-49F7-A9AD-2F9A0450B5B1}" destId="{C45C156F-955D-4A34-8DEB-69AF1D02B3BC}" srcOrd="0" destOrd="4" presId="urn:microsoft.com/office/officeart/2005/8/layout/hList1"/>
    <dgm:cxn modelId="{1CBFF987-904D-4813-941B-ED174C5EC075}" type="presOf" srcId="{0D4FDA3A-81FB-454C-85D6-EE3121071785}" destId="{A21534FE-7006-4F53-9699-E7FA397F93BD}" srcOrd="0" destOrd="1" presId="urn:microsoft.com/office/officeart/2005/8/layout/hList1"/>
    <dgm:cxn modelId="{BFC58D89-33DD-44A3-BC1D-EDCD868B178E}" type="presOf" srcId="{901DDBD7-7122-474C-BE30-7C6C609DC3BB}" destId="{CD3CE4F7-7564-49C0-AE28-D5CA972153FE}" srcOrd="0" destOrd="0" presId="urn:microsoft.com/office/officeart/2005/8/layout/hList1"/>
    <dgm:cxn modelId="{D2F34193-D861-4D85-ACAA-248A79CCE50A}" srcId="{C1DF1E1A-AB60-4988-91C4-57AC9E3EF871}" destId="{6D34729C-795A-49F7-A9AD-2F9A0450B5B1}" srcOrd="0" destOrd="0" parTransId="{6D5B8229-CDCC-4F22-A894-012F59B43A97}" sibTransId="{D66884A8-C410-48A2-963B-5C1241703B74}"/>
    <dgm:cxn modelId="{3A7C44A2-79C5-4860-A460-A432C8F4742A}" type="presOf" srcId="{C91AA99F-714C-44A0-8F53-D86938CC6097}" destId="{6C786821-E9F6-4D59-A766-265CBB8BCA6E}" srcOrd="0" destOrd="0" presId="urn:microsoft.com/office/officeart/2005/8/layout/hList1"/>
    <dgm:cxn modelId="{4576F1A6-0826-45C4-87AA-E289D3119FB1}" srcId="{C62ECF0F-D544-4B80-9E08-C53153165849}" destId="{25F542FA-BFAE-42B2-95A9-045C76411B7C}" srcOrd="0" destOrd="0" parTransId="{5B2D4A9E-E1B8-499B-98D1-0AA66AD94ED2}" sibTransId="{DF85B65E-17E1-4B1C-839D-711EEF880CBC}"/>
    <dgm:cxn modelId="{991900AF-C4BC-4498-A334-28ECF451F666}" srcId="{AE35162D-8DB7-4652-B904-596D03CC1798}" destId="{901DDBD7-7122-474C-BE30-7C6C609DC3BB}" srcOrd="1" destOrd="0" parTransId="{4819E808-DDE5-4A21-89C2-3ECFFCE83D65}" sibTransId="{8867B40C-8E42-4049-ACF0-A2744D3622C6}"/>
    <dgm:cxn modelId="{8E6A4EB7-0EBA-4201-84BB-7CB784F6B9ED}" type="presOf" srcId="{AE35162D-8DB7-4652-B904-596D03CC1798}" destId="{EBB3A791-B4B5-4F22-B66E-85D7DBD0EDE5}" srcOrd="0" destOrd="0" presId="urn:microsoft.com/office/officeart/2005/8/layout/hList1"/>
    <dgm:cxn modelId="{7E1021BC-68BC-4F13-90C6-15254B15A30A}" srcId="{9746AA61-168E-491B-895B-523932A549D2}" destId="{503CB9FF-DF74-43FA-BC8C-738E377E2FBC}" srcOrd="0" destOrd="0" parTransId="{15DEBD46-BBC6-46EF-AC42-2C97CE04881F}" sibTransId="{6F6C8072-0499-4D8C-ABF8-4BC92E03B3DB}"/>
    <dgm:cxn modelId="{706145DA-EEBE-4CD6-A7C9-E95AF23E810A}" srcId="{C1DF1E1A-AB60-4988-91C4-57AC9E3EF871}" destId="{CE1C15AC-E9F6-4453-A698-9F46819AD085}" srcOrd="1" destOrd="0" parTransId="{2A8CE6C8-73C6-4104-9640-B493FE85B076}" sibTransId="{3270C2B3-3CA2-4595-8B31-E3D81F0D1072}"/>
    <dgm:cxn modelId="{33A306EE-ABB7-4710-833A-D4C0A78BBA05}" type="presOf" srcId="{CE1C15AC-E9F6-4453-A698-9F46819AD085}" destId="{C45C156F-955D-4A34-8DEB-69AF1D02B3BC}" srcOrd="0" destOrd="5" presId="urn:microsoft.com/office/officeart/2005/8/layout/hList1"/>
    <dgm:cxn modelId="{35D07EF6-1B70-4AE5-8714-802BE701B8A0}" type="presOf" srcId="{C1DF1E1A-AB60-4988-91C4-57AC9E3EF871}" destId="{C45C156F-955D-4A34-8DEB-69AF1D02B3BC}" srcOrd="0" destOrd="3" presId="urn:microsoft.com/office/officeart/2005/8/layout/hList1"/>
    <dgm:cxn modelId="{58FEC6FC-24B3-49C6-B730-F761EEB6E9E5}" srcId="{901DDBD7-7122-474C-BE30-7C6C609DC3BB}" destId="{03EB796C-087C-4D9E-8188-FB78E6338214}" srcOrd="0" destOrd="0" parTransId="{AC67597C-ED93-4D2B-9DF8-887F6379470D}" sibTransId="{720F128E-38AE-45C6-ABCD-818CE24CFE2C}"/>
    <dgm:cxn modelId="{979129A1-9129-42E3-96FF-850D2287D050}" type="presParOf" srcId="{EBB3A791-B4B5-4F22-B66E-85D7DBD0EDE5}" destId="{E4B2CE54-53DC-4DEC-9045-2BAEB04DCE72}" srcOrd="0" destOrd="0" presId="urn:microsoft.com/office/officeart/2005/8/layout/hList1"/>
    <dgm:cxn modelId="{1F3A55C5-0504-46FF-99FE-BAF60DB23DD0}" type="presParOf" srcId="{E4B2CE54-53DC-4DEC-9045-2BAEB04DCE72}" destId="{6C786821-E9F6-4D59-A766-265CBB8BCA6E}" srcOrd="0" destOrd="0" presId="urn:microsoft.com/office/officeart/2005/8/layout/hList1"/>
    <dgm:cxn modelId="{E4EFACB0-C555-48E0-9D6E-E7952B611C35}" type="presParOf" srcId="{E4B2CE54-53DC-4DEC-9045-2BAEB04DCE72}" destId="{C45C156F-955D-4A34-8DEB-69AF1D02B3BC}" srcOrd="1" destOrd="0" presId="urn:microsoft.com/office/officeart/2005/8/layout/hList1"/>
    <dgm:cxn modelId="{7F3EC373-B0C0-4DF5-8FC5-72D66140FF47}" type="presParOf" srcId="{EBB3A791-B4B5-4F22-B66E-85D7DBD0EDE5}" destId="{12DE7522-0650-46AB-B938-DA4B33E72832}" srcOrd="1" destOrd="0" presId="urn:microsoft.com/office/officeart/2005/8/layout/hList1"/>
    <dgm:cxn modelId="{DBE1FF17-3F3A-40F1-8253-D1F859C233BE}" type="presParOf" srcId="{EBB3A791-B4B5-4F22-B66E-85D7DBD0EDE5}" destId="{565A16C2-AD53-4CFD-90B8-51C6A9593259}" srcOrd="2" destOrd="0" presId="urn:microsoft.com/office/officeart/2005/8/layout/hList1"/>
    <dgm:cxn modelId="{1FE31C30-385D-4AEF-A723-0816C38ED392}" type="presParOf" srcId="{565A16C2-AD53-4CFD-90B8-51C6A9593259}" destId="{CD3CE4F7-7564-49C0-AE28-D5CA972153FE}" srcOrd="0" destOrd="0" presId="urn:microsoft.com/office/officeart/2005/8/layout/hList1"/>
    <dgm:cxn modelId="{A9269656-CBFB-4EEF-8F5D-72E84F6B9D3F}" type="presParOf" srcId="{565A16C2-AD53-4CFD-90B8-51C6A9593259}" destId="{A21534FE-7006-4F53-9699-E7FA397F93BD}" srcOrd="1" destOrd="0" presId="urn:microsoft.com/office/officeart/2005/8/layout/hList1"/>
    <dgm:cxn modelId="{364C125A-8E5C-493E-91EF-5E2F536EB33F}" type="presParOf" srcId="{EBB3A791-B4B5-4F22-B66E-85D7DBD0EDE5}" destId="{82B8DB6D-F57D-41F7-BB4A-A27550ED8A44}" srcOrd="3" destOrd="0" presId="urn:microsoft.com/office/officeart/2005/8/layout/hList1"/>
    <dgm:cxn modelId="{2DBD064A-567F-4C79-AE62-1871F40550C0}" type="presParOf" srcId="{EBB3A791-B4B5-4F22-B66E-85D7DBD0EDE5}" destId="{25EFB4E6-7E0A-4F10-9413-B48E85F89DB9}" srcOrd="4" destOrd="0" presId="urn:microsoft.com/office/officeart/2005/8/layout/hList1"/>
    <dgm:cxn modelId="{8DC96B16-1D60-42D9-B4AC-CBB49A1DE440}" type="presParOf" srcId="{25EFB4E6-7E0A-4F10-9413-B48E85F89DB9}" destId="{B5477813-FA97-43FD-B139-20DD69EA8A0A}" srcOrd="0" destOrd="0" presId="urn:microsoft.com/office/officeart/2005/8/layout/hList1"/>
    <dgm:cxn modelId="{DACD5110-6D1E-4FC0-851C-9C9ED3857175}" type="presParOf" srcId="{25EFB4E6-7E0A-4F10-9413-B48E85F89DB9}" destId="{EAC515DA-8FEE-4379-9CBD-C2003FB2DD90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10B33EC4-4ABD-4366-BA1F-ABE63531166E}" type="doc">
      <dgm:prSet loTypeId="urn:microsoft.com/office/officeart/2005/8/layout/h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s-CO"/>
        </a:p>
      </dgm:t>
    </dgm:pt>
    <dgm:pt modelId="{D4A7728E-921C-471D-AD2A-A332E7785AD8}">
      <dgm:prSet/>
      <dgm:spPr/>
      <dgm:t>
        <a:bodyPr/>
        <a:lstStyle/>
        <a:p>
          <a:r>
            <a:rPr lang="es-CO" b="1" i="0" baseline="0"/>
            <a:t>Estado de cartera por región</a:t>
          </a:r>
          <a:endParaRPr lang="es-CO"/>
        </a:p>
      </dgm:t>
    </dgm:pt>
    <dgm:pt modelId="{026893E8-702B-4A53-928A-DFD1EDEE34A7}" type="parTrans" cxnId="{34CA6B9E-61E2-42C6-AAF5-D8AB7FFAC579}">
      <dgm:prSet/>
      <dgm:spPr/>
      <dgm:t>
        <a:bodyPr/>
        <a:lstStyle/>
        <a:p>
          <a:endParaRPr lang="es-CO"/>
        </a:p>
      </dgm:t>
    </dgm:pt>
    <dgm:pt modelId="{A73C4374-EF76-4F64-AF46-A1902442BF12}" type="sibTrans" cxnId="{34CA6B9E-61E2-42C6-AAF5-D8AB7FFAC579}">
      <dgm:prSet/>
      <dgm:spPr/>
      <dgm:t>
        <a:bodyPr/>
        <a:lstStyle/>
        <a:p>
          <a:endParaRPr lang="es-CO"/>
        </a:p>
      </dgm:t>
    </dgm:pt>
    <dgm:pt modelId="{40C499C4-93D6-4184-96A2-11C1E4685CF5}">
      <dgm:prSet/>
      <dgm:spPr/>
      <dgm:t>
        <a:bodyPr/>
        <a:lstStyle/>
        <a:p>
          <a:r>
            <a:rPr lang="es-CO" b="0" i="0" baseline="0" dirty="0"/>
            <a:t>¿Cómo se distribuyen los documentos entre: </a:t>
          </a:r>
          <a:r>
            <a:rPr lang="es-CO" b="1" i="0" baseline="0" dirty="0"/>
            <a:t>Pagado</a:t>
          </a:r>
          <a:r>
            <a:rPr lang="es-CO" b="0" i="0" baseline="0" dirty="0"/>
            <a:t>, </a:t>
          </a:r>
          <a:r>
            <a:rPr lang="es-CO" b="1" i="0" baseline="0" dirty="0"/>
            <a:t>Vigente</a:t>
          </a:r>
          <a:r>
            <a:rPr lang="es-CO" b="0" i="0" baseline="0" dirty="0"/>
            <a:t> y </a:t>
          </a:r>
          <a:r>
            <a:rPr lang="es-CO" b="1" i="0" baseline="0" dirty="0"/>
            <a:t>En mora</a:t>
          </a:r>
          <a:r>
            <a:rPr lang="es-CO" b="0" i="0" baseline="0" dirty="0"/>
            <a:t> por región?</a:t>
          </a:r>
          <a:endParaRPr lang="es-CO" dirty="0"/>
        </a:p>
      </dgm:t>
    </dgm:pt>
    <dgm:pt modelId="{ED8BFC89-C307-43E8-9BC2-EAF189192AA6}" type="parTrans" cxnId="{2748C291-FA17-4A6A-9328-992FD5970D0B}">
      <dgm:prSet/>
      <dgm:spPr/>
      <dgm:t>
        <a:bodyPr/>
        <a:lstStyle/>
        <a:p>
          <a:endParaRPr lang="es-CO"/>
        </a:p>
      </dgm:t>
    </dgm:pt>
    <dgm:pt modelId="{30B211C3-A7F5-4351-ABA1-00C3AA533000}" type="sibTrans" cxnId="{2748C291-FA17-4A6A-9328-992FD5970D0B}">
      <dgm:prSet/>
      <dgm:spPr/>
      <dgm:t>
        <a:bodyPr/>
        <a:lstStyle/>
        <a:p>
          <a:endParaRPr lang="es-CO"/>
        </a:p>
      </dgm:t>
    </dgm:pt>
    <dgm:pt modelId="{B2D1BD13-D348-40B4-9953-0BFD469FDAA8}">
      <dgm:prSet/>
      <dgm:spPr/>
      <dgm:t>
        <a:bodyPr/>
        <a:lstStyle/>
        <a:p>
          <a:r>
            <a:rPr lang="es-CO" b="0" i="0" baseline="0" dirty="0"/>
            <a:t>¿Qué región presenta peor comportamiento (mayor saldo en mora / total cartera)?</a:t>
          </a:r>
          <a:endParaRPr lang="es-CO" dirty="0"/>
        </a:p>
      </dgm:t>
    </dgm:pt>
    <dgm:pt modelId="{8443A013-5BAC-4ECD-A007-3BD6E51D2F55}" type="parTrans" cxnId="{8263594E-6C7C-44B9-80A2-ADA81A2F36A3}">
      <dgm:prSet/>
      <dgm:spPr/>
      <dgm:t>
        <a:bodyPr/>
        <a:lstStyle/>
        <a:p>
          <a:endParaRPr lang="es-CO"/>
        </a:p>
      </dgm:t>
    </dgm:pt>
    <dgm:pt modelId="{C56A3163-2B09-454E-8879-986B84BAAE05}" type="sibTrans" cxnId="{8263594E-6C7C-44B9-80A2-ADA81A2F36A3}">
      <dgm:prSet/>
      <dgm:spPr/>
      <dgm:t>
        <a:bodyPr/>
        <a:lstStyle/>
        <a:p>
          <a:endParaRPr lang="es-CO"/>
        </a:p>
      </dgm:t>
    </dgm:pt>
    <dgm:pt modelId="{0D0A1293-CE7B-4D06-9FBC-5A8066985EEB}">
      <dgm:prSet/>
      <dgm:spPr/>
      <dgm:t>
        <a:bodyPr/>
        <a:lstStyle/>
        <a:p>
          <a:r>
            <a:rPr lang="es-CO" b="1" i="0" baseline="0"/>
            <a:t>Perfil de mora</a:t>
          </a:r>
          <a:endParaRPr lang="es-CO"/>
        </a:p>
      </dgm:t>
    </dgm:pt>
    <dgm:pt modelId="{4335C8D8-BCCD-49F4-8895-4CCCFC31FACA}" type="parTrans" cxnId="{2CAE9EA8-EE05-4EA9-99F9-7AE95E488437}">
      <dgm:prSet/>
      <dgm:spPr/>
      <dgm:t>
        <a:bodyPr/>
        <a:lstStyle/>
        <a:p>
          <a:endParaRPr lang="es-CO"/>
        </a:p>
      </dgm:t>
    </dgm:pt>
    <dgm:pt modelId="{14FCA9F7-B7A4-491B-8893-D34A8167F2CD}" type="sibTrans" cxnId="{2CAE9EA8-EE05-4EA9-99F9-7AE95E488437}">
      <dgm:prSet/>
      <dgm:spPr/>
      <dgm:t>
        <a:bodyPr/>
        <a:lstStyle/>
        <a:p>
          <a:endParaRPr lang="es-CO"/>
        </a:p>
      </dgm:t>
    </dgm:pt>
    <dgm:pt modelId="{01471194-70FF-4E70-82FB-9696346FC43A}">
      <dgm:prSet/>
      <dgm:spPr/>
      <dgm:t>
        <a:bodyPr/>
        <a:lstStyle/>
        <a:p>
          <a:r>
            <a:rPr lang="es-CO" b="0" i="0" baseline="0" dirty="0"/>
            <a:t>Analiza la distribución de </a:t>
          </a:r>
          <a:r>
            <a:rPr lang="es-CO" b="1" i="0" baseline="0" dirty="0"/>
            <a:t>días de mora</a:t>
          </a:r>
          <a:r>
            <a:rPr lang="es-CO" b="0" i="0" baseline="0" dirty="0"/>
            <a:t>.</a:t>
          </a:r>
          <a:endParaRPr lang="es-CO" dirty="0"/>
        </a:p>
      </dgm:t>
    </dgm:pt>
    <dgm:pt modelId="{F7BB832E-5664-43C3-8901-5367F79601C2}" type="parTrans" cxnId="{7C31F500-C743-427C-979C-934658285BAA}">
      <dgm:prSet/>
      <dgm:spPr/>
      <dgm:t>
        <a:bodyPr/>
        <a:lstStyle/>
        <a:p>
          <a:endParaRPr lang="es-CO"/>
        </a:p>
      </dgm:t>
    </dgm:pt>
    <dgm:pt modelId="{DB14062A-6CF0-429B-9BB4-6E53A2F9353E}" type="sibTrans" cxnId="{7C31F500-C743-427C-979C-934658285BAA}">
      <dgm:prSet/>
      <dgm:spPr/>
      <dgm:t>
        <a:bodyPr/>
        <a:lstStyle/>
        <a:p>
          <a:endParaRPr lang="es-CO"/>
        </a:p>
      </dgm:t>
    </dgm:pt>
    <dgm:pt modelId="{646A532A-D68B-43DF-AAB6-F39BC72FECD2}">
      <dgm:prSet/>
      <dgm:spPr/>
      <dgm:t>
        <a:bodyPr/>
        <a:lstStyle/>
        <a:p>
          <a:r>
            <a:rPr lang="es-CO" b="0" i="0" baseline="0" dirty="0"/>
            <a:t>¿Hay concentración particular (ej. más de 90 días)?</a:t>
          </a:r>
          <a:endParaRPr lang="es-CO" dirty="0"/>
        </a:p>
      </dgm:t>
    </dgm:pt>
    <dgm:pt modelId="{68152C8A-BC1C-4265-AF79-ACFB9AB791C4}" type="parTrans" cxnId="{3C77870D-59B6-41F4-885A-DE14DBB55733}">
      <dgm:prSet/>
      <dgm:spPr/>
      <dgm:t>
        <a:bodyPr/>
        <a:lstStyle/>
        <a:p>
          <a:endParaRPr lang="es-CO"/>
        </a:p>
      </dgm:t>
    </dgm:pt>
    <dgm:pt modelId="{5A5D06F3-F778-4769-A581-DACF30469515}" type="sibTrans" cxnId="{3C77870D-59B6-41F4-885A-DE14DBB55733}">
      <dgm:prSet/>
      <dgm:spPr/>
      <dgm:t>
        <a:bodyPr/>
        <a:lstStyle/>
        <a:p>
          <a:endParaRPr lang="es-CO"/>
        </a:p>
      </dgm:t>
    </dgm:pt>
    <dgm:pt modelId="{485D7E2E-FAA8-44A3-840C-0093C4BC1266}">
      <dgm:prSet/>
      <dgm:spPr/>
      <dgm:t>
        <a:bodyPr/>
        <a:lstStyle/>
        <a:p>
          <a:r>
            <a:rPr lang="es-CO" b="0" i="0" baseline="0" dirty="0"/>
            <a:t>¿Qué segmento de cliente tiene mayores problemas de pago?</a:t>
          </a:r>
          <a:endParaRPr lang="es-CO" dirty="0"/>
        </a:p>
      </dgm:t>
    </dgm:pt>
    <dgm:pt modelId="{E7D4B558-1996-4EC8-AC1C-7F3F8B2496A8}" type="parTrans" cxnId="{C5D4C55E-F2DC-4EBD-AF7C-AC201C099D61}">
      <dgm:prSet/>
      <dgm:spPr/>
      <dgm:t>
        <a:bodyPr/>
        <a:lstStyle/>
        <a:p>
          <a:endParaRPr lang="es-CO"/>
        </a:p>
      </dgm:t>
    </dgm:pt>
    <dgm:pt modelId="{0B551D5D-7F36-42C0-B027-2138644C1574}" type="sibTrans" cxnId="{C5D4C55E-F2DC-4EBD-AF7C-AC201C099D61}">
      <dgm:prSet/>
      <dgm:spPr/>
      <dgm:t>
        <a:bodyPr/>
        <a:lstStyle/>
        <a:p>
          <a:endParaRPr lang="es-CO"/>
        </a:p>
      </dgm:t>
    </dgm:pt>
    <dgm:pt modelId="{2FFBC8EA-6082-4046-8B79-C4235845DC4E}">
      <dgm:prSet/>
      <dgm:spPr/>
      <dgm:t>
        <a:bodyPr/>
        <a:lstStyle/>
        <a:p>
          <a:r>
            <a:rPr lang="es-CO" b="1" i="0" baseline="0" dirty="0"/>
            <a:t>Relación ventas–cartera</a:t>
          </a:r>
          <a:endParaRPr lang="es-CO" dirty="0"/>
        </a:p>
      </dgm:t>
    </dgm:pt>
    <dgm:pt modelId="{C3648C8B-7E0A-451E-B7B3-C40FA5BC2597}" type="parTrans" cxnId="{01D4C1EF-6583-4767-8BC3-D1C7638F3C34}">
      <dgm:prSet/>
      <dgm:spPr/>
      <dgm:t>
        <a:bodyPr/>
        <a:lstStyle/>
        <a:p>
          <a:endParaRPr lang="es-CO"/>
        </a:p>
      </dgm:t>
    </dgm:pt>
    <dgm:pt modelId="{BC493D7D-4C5D-4070-88E6-283CEB8B7092}" type="sibTrans" cxnId="{01D4C1EF-6583-4767-8BC3-D1C7638F3C34}">
      <dgm:prSet/>
      <dgm:spPr/>
      <dgm:t>
        <a:bodyPr/>
        <a:lstStyle/>
        <a:p>
          <a:endParaRPr lang="es-CO"/>
        </a:p>
      </dgm:t>
    </dgm:pt>
    <dgm:pt modelId="{8DF3E7E5-CEB7-4B58-B6E7-8E6BEECA617A}">
      <dgm:prSet/>
      <dgm:spPr/>
      <dgm:t>
        <a:bodyPr/>
        <a:lstStyle/>
        <a:p>
          <a:r>
            <a:rPr lang="es-CO" b="0" i="0" baseline="0" dirty="0"/>
            <a:t>¿Los clientes con mayor venta histórica son también los que presentan </a:t>
          </a:r>
          <a:r>
            <a:rPr lang="es-CO" b="1" i="0" baseline="0" dirty="0"/>
            <a:t>mayor saldo en mora</a:t>
          </a:r>
          <a:r>
            <a:rPr lang="es-CO" b="0" i="0" baseline="0" dirty="0"/>
            <a:t>?</a:t>
          </a:r>
          <a:endParaRPr lang="es-CO" dirty="0"/>
        </a:p>
      </dgm:t>
    </dgm:pt>
    <dgm:pt modelId="{FA52B993-725C-4592-8167-F48B0AC28121}" type="parTrans" cxnId="{AE2A996D-CA14-46E5-8589-7D0B0114A67E}">
      <dgm:prSet/>
      <dgm:spPr/>
      <dgm:t>
        <a:bodyPr/>
        <a:lstStyle/>
        <a:p>
          <a:endParaRPr lang="es-CO"/>
        </a:p>
      </dgm:t>
    </dgm:pt>
    <dgm:pt modelId="{1C34D25B-334D-484A-94F3-3B9FD4AE74FF}" type="sibTrans" cxnId="{AE2A996D-CA14-46E5-8589-7D0B0114A67E}">
      <dgm:prSet/>
      <dgm:spPr/>
      <dgm:t>
        <a:bodyPr/>
        <a:lstStyle/>
        <a:p>
          <a:endParaRPr lang="es-CO"/>
        </a:p>
      </dgm:t>
    </dgm:pt>
    <dgm:pt modelId="{C726AF18-7142-43CC-A1C5-DC1129354F5C}">
      <dgm:prSet/>
      <dgm:spPr/>
      <dgm:t>
        <a:bodyPr/>
        <a:lstStyle/>
        <a:p>
          <a:r>
            <a:rPr lang="es-CO" b="0" i="0" baseline="0" dirty="0"/>
            <a:t>Identifica clientes con alto margen histórico pero alto riesgo en cartera: ¿valen la pena?</a:t>
          </a:r>
          <a:endParaRPr lang="es-CO" dirty="0"/>
        </a:p>
      </dgm:t>
    </dgm:pt>
    <dgm:pt modelId="{C6D4CEE9-69C7-453E-981A-A6EC7CF465A9}" type="parTrans" cxnId="{DD0FAA77-F750-4037-A0CF-D9A90D1A54A2}">
      <dgm:prSet/>
      <dgm:spPr/>
      <dgm:t>
        <a:bodyPr/>
        <a:lstStyle/>
        <a:p>
          <a:endParaRPr lang="es-CO"/>
        </a:p>
      </dgm:t>
    </dgm:pt>
    <dgm:pt modelId="{DC559792-2F49-454A-8754-569B565B987F}" type="sibTrans" cxnId="{DD0FAA77-F750-4037-A0CF-D9A90D1A54A2}">
      <dgm:prSet/>
      <dgm:spPr/>
      <dgm:t>
        <a:bodyPr/>
        <a:lstStyle/>
        <a:p>
          <a:endParaRPr lang="es-CO"/>
        </a:p>
      </dgm:t>
    </dgm:pt>
    <dgm:pt modelId="{3331B7AE-136B-4166-9416-B83F4B5A73DE}" type="pres">
      <dgm:prSet presAssocID="{10B33EC4-4ABD-4366-BA1F-ABE63531166E}" presName="Name0" presStyleCnt="0">
        <dgm:presLayoutVars>
          <dgm:dir/>
          <dgm:animLvl val="lvl"/>
          <dgm:resizeHandles val="exact"/>
        </dgm:presLayoutVars>
      </dgm:prSet>
      <dgm:spPr/>
    </dgm:pt>
    <dgm:pt modelId="{0B7D965E-70E4-4D44-B1E2-B92295087CB5}" type="pres">
      <dgm:prSet presAssocID="{D4A7728E-921C-471D-AD2A-A332E7785AD8}" presName="composite" presStyleCnt="0"/>
      <dgm:spPr/>
    </dgm:pt>
    <dgm:pt modelId="{18E27026-4264-4E1F-B86E-3A0E6228E8AF}" type="pres">
      <dgm:prSet presAssocID="{D4A7728E-921C-471D-AD2A-A332E7785AD8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C928181E-585C-4228-9E42-8ADC20EC9C07}" type="pres">
      <dgm:prSet presAssocID="{D4A7728E-921C-471D-AD2A-A332E7785AD8}" presName="desTx" presStyleLbl="alignAccFollowNode1" presStyleIdx="0" presStyleCnt="3">
        <dgm:presLayoutVars>
          <dgm:bulletEnabled val="1"/>
        </dgm:presLayoutVars>
      </dgm:prSet>
      <dgm:spPr/>
    </dgm:pt>
    <dgm:pt modelId="{27EABD50-36D9-49AE-936C-3624C37C432E}" type="pres">
      <dgm:prSet presAssocID="{A73C4374-EF76-4F64-AF46-A1902442BF12}" presName="space" presStyleCnt="0"/>
      <dgm:spPr/>
    </dgm:pt>
    <dgm:pt modelId="{2A7BBCE4-4AA6-4F8F-9F03-02B90C44208C}" type="pres">
      <dgm:prSet presAssocID="{0D0A1293-CE7B-4D06-9FBC-5A8066985EEB}" presName="composite" presStyleCnt="0"/>
      <dgm:spPr/>
    </dgm:pt>
    <dgm:pt modelId="{0B7C286F-0FAA-4BD4-BD77-C7BFB603ED4B}" type="pres">
      <dgm:prSet presAssocID="{0D0A1293-CE7B-4D06-9FBC-5A8066985EEB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AAF0DBB7-057E-440D-BDC2-DC91B91B6CE8}" type="pres">
      <dgm:prSet presAssocID="{0D0A1293-CE7B-4D06-9FBC-5A8066985EEB}" presName="desTx" presStyleLbl="alignAccFollowNode1" presStyleIdx="1" presStyleCnt="3">
        <dgm:presLayoutVars>
          <dgm:bulletEnabled val="1"/>
        </dgm:presLayoutVars>
      </dgm:prSet>
      <dgm:spPr/>
    </dgm:pt>
    <dgm:pt modelId="{A2E408DC-E4A4-40F0-9B9A-CCE388208134}" type="pres">
      <dgm:prSet presAssocID="{14FCA9F7-B7A4-491B-8893-D34A8167F2CD}" presName="space" presStyleCnt="0"/>
      <dgm:spPr/>
    </dgm:pt>
    <dgm:pt modelId="{E583BF13-CBC0-4A35-834A-568CB8D06409}" type="pres">
      <dgm:prSet presAssocID="{2FFBC8EA-6082-4046-8B79-C4235845DC4E}" presName="composite" presStyleCnt="0"/>
      <dgm:spPr/>
    </dgm:pt>
    <dgm:pt modelId="{2898A66A-F6C0-47EB-ADD4-3D3CEEC4B80A}" type="pres">
      <dgm:prSet presAssocID="{2FFBC8EA-6082-4046-8B79-C4235845DC4E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A3BDA1A7-5518-47BD-8763-AD9B8F721EAE}" type="pres">
      <dgm:prSet presAssocID="{2FFBC8EA-6082-4046-8B79-C4235845DC4E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7C31F500-C743-427C-979C-934658285BAA}" srcId="{0D0A1293-CE7B-4D06-9FBC-5A8066985EEB}" destId="{01471194-70FF-4E70-82FB-9696346FC43A}" srcOrd="0" destOrd="0" parTransId="{F7BB832E-5664-43C3-8901-5367F79601C2}" sibTransId="{DB14062A-6CF0-429B-9BB4-6E53A2F9353E}"/>
    <dgm:cxn modelId="{3C77870D-59B6-41F4-885A-DE14DBB55733}" srcId="{0D0A1293-CE7B-4D06-9FBC-5A8066985EEB}" destId="{646A532A-D68B-43DF-AAB6-F39BC72FECD2}" srcOrd="1" destOrd="0" parTransId="{68152C8A-BC1C-4265-AF79-ACFB9AB791C4}" sibTransId="{5A5D06F3-F778-4769-A581-DACF30469515}"/>
    <dgm:cxn modelId="{F50AD91E-F1AE-4CE2-851E-05B78266F3AE}" type="presOf" srcId="{40C499C4-93D6-4184-96A2-11C1E4685CF5}" destId="{C928181E-585C-4228-9E42-8ADC20EC9C07}" srcOrd="0" destOrd="0" presId="urn:microsoft.com/office/officeart/2005/8/layout/hList1"/>
    <dgm:cxn modelId="{1A8ADF5C-5B81-4EB9-9BDF-B3819212127C}" type="presOf" srcId="{C726AF18-7142-43CC-A1C5-DC1129354F5C}" destId="{A3BDA1A7-5518-47BD-8763-AD9B8F721EAE}" srcOrd="0" destOrd="1" presId="urn:microsoft.com/office/officeart/2005/8/layout/hList1"/>
    <dgm:cxn modelId="{C5D4C55E-F2DC-4EBD-AF7C-AC201C099D61}" srcId="{0D0A1293-CE7B-4D06-9FBC-5A8066985EEB}" destId="{485D7E2E-FAA8-44A3-840C-0093C4BC1266}" srcOrd="2" destOrd="0" parTransId="{E7D4B558-1996-4EC8-AC1C-7F3F8B2496A8}" sibTransId="{0B551D5D-7F36-42C0-B027-2138644C1574}"/>
    <dgm:cxn modelId="{090F6662-09DD-4BCD-A789-CF49233B32CF}" type="presOf" srcId="{485D7E2E-FAA8-44A3-840C-0093C4BC1266}" destId="{AAF0DBB7-057E-440D-BDC2-DC91B91B6CE8}" srcOrd="0" destOrd="2" presId="urn:microsoft.com/office/officeart/2005/8/layout/hList1"/>
    <dgm:cxn modelId="{AE2A996D-CA14-46E5-8589-7D0B0114A67E}" srcId="{2FFBC8EA-6082-4046-8B79-C4235845DC4E}" destId="{8DF3E7E5-CEB7-4B58-B6E7-8E6BEECA617A}" srcOrd="0" destOrd="0" parTransId="{FA52B993-725C-4592-8167-F48B0AC28121}" sibTransId="{1C34D25B-334D-484A-94F3-3B9FD4AE74FF}"/>
    <dgm:cxn modelId="{8263594E-6C7C-44B9-80A2-ADA81A2F36A3}" srcId="{D4A7728E-921C-471D-AD2A-A332E7785AD8}" destId="{B2D1BD13-D348-40B4-9953-0BFD469FDAA8}" srcOrd="1" destOrd="0" parTransId="{8443A013-5BAC-4ECD-A007-3BD6E51D2F55}" sibTransId="{C56A3163-2B09-454E-8879-986B84BAAE05}"/>
    <dgm:cxn modelId="{DD0FAA77-F750-4037-A0CF-D9A90D1A54A2}" srcId="{2FFBC8EA-6082-4046-8B79-C4235845DC4E}" destId="{C726AF18-7142-43CC-A1C5-DC1129354F5C}" srcOrd="1" destOrd="0" parTransId="{C6D4CEE9-69C7-453E-981A-A6EC7CF465A9}" sibTransId="{DC559792-2F49-454A-8754-569B565B987F}"/>
    <dgm:cxn modelId="{2748C291-FA17-4A6A-9328-992FD5970D0B}" srcId="{D4A7728E-921C-471D-AD2A-A332E7785AD8}" destId="{40C499C4-93D6-4184-96A2-11C1E4685CF5}" srcOrd="0" destOrd="0" parTransId="{ED8BFC89-C307-43E8-9BC2-EAF189192AA6}" sibTransId="{30B211C3-A7F5-4351-ABA1-00C3AA533000}"/>
    <dgm:cxn modelId="{E0327C96-CF07-482E-85E7-A4C0135D2607}" type="presOf" srcId="{0D0A1293-CE7B-4D06-9FBC-5A8066985EEB}" destId="{0B7C286F-0FAA-4BD4-BD77-C7BFB603ED4B}" srcOrd="0" destOrd="0" presId="urn:microsoft.com/office/officeart/2005/8/layout/hList1"/>
    <dgm:cxn modelId="{9171F399-67D8-480A-A39A-37ECB3C6DA21}" type="presOf" srcId="{10B33EC4-4ABD-4366-BA1F-ABE63531166E}" destId="{3331B7AE-136B-4166-9416-B83F4B5A73DE}" srcOrd="0" destOrd="0" presId="urn:microsoft.com/office/officeart/2005/8/layout/hList1"/>
    <dgm:cxn modelId="{34CA6B9E-61E2-42C6-AAF5-D8AB7FFAC579}" srcId="{10B33EC4-4ABD-4366-BA1F-ABE63531166E}" destId="{D4A7728E-921C-471D-AD2A-A332E7785AD8}" srcOrd="0" destOrd="0" parTransId="{026893E8-702B-4A53-928A-DFD1EDEE34A7}" sibTransId="{A73C4374-EF76-4F64-AF46-A1902442BF12}"/>
    <dgm:cxn modelId="{EBF893A2-3378-42E3-AD50-8685358E8CD8}" type="presOf" srcId="{B2D1BD13-D348-40B4-9953-0BFD469FDAA8}" destId="{C928181E-585C-4228-9E42-8ADC20EC9C07}" srcOrd="0" destOrd="1" presId="urn:microsoft.com/office/officeart/2005/8/layout/hList1"/>
    <dgm:cxn modelId="{2CAE9EA8-EE05-4EA9-99F9-7AE95E488437}" srcId="{10B33EC4-4ABD-4366-BA1F-ABE63531166E}" destId="{0D0A1293-CE7B-4D06-9FBC-5A8066985EEB}" srcOrd="1" destOrd="0" parTransId="{4335C8D8-BCCD-49F4-8895-4CCCFC31FACA}" sibTransId="{14FCA9F7-B7A4-491B-8893-D34A8167F2CD}"/>
    <dgm:cxn modelId="{7E73B9AE-FDF8-4FE8-A505-BA06AD3F973B}" type="presOf" srcId="{8DF3E7E5-CEB7-4B58-B6E7-8E6BEECA617A}" destId="{A3BDA1A7-5518-47BD-8763-AD9B8F721EAE}" srcOrd="0" destOrd="0" presId="urn:microsoft.com/office/officeart/2005/8/layout/hList1"/>
    <dgm:cxn modelId="{18740FC2-9A4D-467B-B7FB-E95F9E55D120}" type="presOf" srcId="{01471194-70FF-4E70-82FB-9696346FC43A}" destId="{AAF0DBB7-057E-440D-BDC2-DC91B91B6CE8}" srcOrd="0" destOrd="0" presId="urn:microsoft.com/office/officeart/2005/8/layout/hList1"/>
    <dgm:cxn modelId="{635301D2-922E-474A-ADDD-21DA05C6A97C}" type="presOf" srcId="{646A532A-D68B-43DF-AAB6-F39BC72FECD2}" destId="{AAF0DBB7-057E-440D-BDC2-DC91B91B6CE8}" srcOrd="0" destOrd="1" presId="urn:microsoft.com/office/officeart/2005/8/layout/hList1"/>
    <dgm:cxn modelId="{71184DE9-E50F-405E-B2CF-F1BF283D12BE}" type="presOf" srcId="{2FFBC8EA-6082-4046-8B79-C4235845DC4E}" destId="{2898A66A-F6C0-47EB-ADD4-3D3CEEC4B80A}" srcOrd="0" destOrd="0" presId="urn:microsoft.com/office/officeart/2005/8/layout/hList1"/>
    <dgm:cxn modelId="{B1CBEAED-335D-4897-8D81-57D54FE7F8FC}" type="presOf" srcId="{D4A7728E-921C-471D-AD2A-A332E7785AD8}" destId="{18E27026-4264-4E1F-B86E-3A0E6228E8AF}" srcOrd="0" destOrd="0" presId="urn:microsoft.com/office/officeart/2005/8/layout/hList1"/>
    <dgm:cxn modelId="{01D4C1EF-6583-4767-8BC3-D1C7638F3C34}" srcId="{10B33EC4-4ABD-4366-BA1F-ABE63531166E}" destId="{2FFBC8EA-6082-4046-8B79-C4235845DC4E}" srcOrd="2" destOrd="0" parTransId="{C3648C8B-7E0A-451E-B7B3-C40FA5BC2597}" sibTransId="{BC493D7D-4C5D-4070-88E6-283CEB8B7092}"/>
    <dgm:cxn modelId="{C3129A17-6589-4399-81BB-B9FB07E7FF0B}" type="presParOf" srcId="{3331B7AE-136B-4166-9416-B83F4B5A73DE}" destId="{0B7D965E-70E4-4D44-B1E2-B92295087CB5}" srcOrd="0" destOrd="0" presId="urn:microsoft.com/office/officeart/2005/8/layout/hList1"/>
    <dgm:cxn modelId="{B3DDE402-7089-42C5-B130-A585C2E8C7C3}" type="presParOf" srcId="{0B7D965E-70E4-4D44-B1E2-B92295087CB5}" destId="{18E27026-4264-4E1F-B86E-3A0E6228E8AF}" srcOrd="0" destOrd="0" presId="urn:microsoft.com/office/officeart/2005/8/layout/hList1"/>
    <dgm:cxn modelId="{F92CC62F-2AAC-48EF-96CA-9531C43DD259}" type="presParOf" srcId="{0B7D965E-70E4-4D44-B1E2-B92295087CB5}" destId="{C928181E-585C-4228-9E42-8ADC20EC9C07}" srcOrd="1" destOrd="0" presId="urn:microsoft.com/office/officeart/2005/8/layout/hList1"/>
    <dgm:cxn modelId="{38DAE454-4BE0-47D9-B674-9C49B6552FDC}" type="presParOf" srcId="{3331B7AE-136B-4166-9416-B83F4B5A73DE}" destId="{27EABD50-36D9-49AE-936C-3624C37C432E}" srcOrd="1" destOrd="0" presId="urn:microsoft.com/office/officeart/2005/8/layout/hList1"/>
    <dgm:cxn modelId="{F2F4B9AB-395D-486D-B4A2-3DCA578876C0}" type="presParOf" srcId="{3331B7AE-136B-4166-9416-B83F4B5A73DE}" destId="{2A7BBCE4-4AA6-4F8F-9F03-02B90C44208C}" srcOrd="2" destOrd="0" presId="urn:microsoft.com/office/officeart/2005/8/layout/hList1"/>
    <dgm:cxn modelId="{CC73A44A-8594-4A3B-B3E5-6BEB3817BE06}" type="presParOf" srcId="{2A7BBCE4-4AA6-4F8F-9F03-02B90C44208C}" destId="{0B7C286F-0FAA-4BD4-BD77-C7BFB603ED4B}" srcOrd="0" destOrd="0" presId="urn:microsoft.com/office/officeart/2005/8/layout/hList1"/>
    <dgm:cxn modelId="{A456DD29-D894-4981-9D1F-E87A0126F9C1}" type="presParOf" srcId="{2A7BBCE4-4AA6-4F8F-9F03-02B90C44208C}" destId="{AAF0DBB7-057E-440D-BDC2-DC91B91B6CE8}" srcOrd="1" destOrd="0" presId="urn:microsoft.com/office/officeart/2005/8/layout/hList1"/>
    <dgm:cxn modelId="{E070BA05-A2DA-41CF-98B2-06DA1B75DC98}" type="presParOf" srcId="{3331B7AE-136B-4166-9416-B83F4B5A73DE}" destId="{A2E408DC-E4A4-40F0-9B9A-CCE388208134}" srcOrd="3" destOrd="0" presId="urn:microsoft.com/office/officeart/2005/8/layout/hList1"/>
    <dgm:cxn modelId="{D29F033A-7A57-46E3-B090-2D6B9315AE89}" type="presParOf" srcId="{3331B7AE-136B-4166-9416-B83F4B5A73DE}" destId="{E583BF13-CBC0-4A35-834A-568CB8D06409}" srcOrd="4" destOrd="0" presId="urn:microsoft.com/office/officeart/2005/8/layout/hList1"/>
    <dgm:cxn modelId="{7753111F-1D21-4A5C-ABB6-070EFD714022}" type="presParOf" srcId="{E583BF13-CBC0-4A35-834A-568CB8D06409}" destId="{2898A66A-F6C0-47EB-ADD4-3D3CEEC4B80A}" srcOrd="0" destOrd="0" presId="urn:microsoft.com/office/officeart/2005/8/layout/hList1"/>
    <dgm:cxn modelId="{D30A342A-097E-4389-A1A2-6D39C3320854}" type="presParOf" srcId="{E583BF13-CBC0-4A35-834A-568CB8D06409}" destId="{A3BDA1A7-5518-47BD-8763-AD9B8F721EAE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CE853E38-0595-438A-BC08-DC4C961471A5}" type="doc">
      <dgm:prSet loTypeId="urn:microsoft.com/office/officeart/2005/8/layout/hList1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s-CO"/>
        </a:p>
      </dgm:t>
    </dgm:pt>
    <dgm:pt modelId="{DB464709-CE03-4447-9162-581058BBFDC2}">
      <dgm:prSet/>
      <dgm:spPr/>
      <dgm:t>
        <a:bodyPr/>
        <a:lstStyle/>
        <a:p>
          <a:r>
            <a:rPr lang="es-CO" b="1" i="0" baseline="0"/>
            <a:t>Diagnóstico central</a:t>
          </a:r>
          <a:endParaRPr lang="es-CO"/>
        </a:p>
      </dgm:t>
    </dgm:pt>
    <dgm:pt modelId="{A259E619-F974-4B57-A1E6-32B6FC2B87B0}" type="parTrans" cxnId="{C16AB181-8495-42E7-967D-4F581D645CB8}">
      <dgm:prSet/>
      <dgm:spPr/>
      <dgm:t>
        <a:bodyPr/>
        <a:lstStyle/>
        <a:p>
          <a:endParaRPr lang="es-CO"/>
        </a:p>
      </dgm:t>
    </dgm:pt>
    <dgm:pt modelId="{2331841F-1212-4881-B1E5-5BFB7179BABA}" type="sibTrans" cxnId="{C16AB181-8495-42E7-967D-4F581D645CB8}">
      <dgm:prSet/>
      <dgm:spPr/>
      <dgm:t>
        <a:bodyPr/>
        <a:lstStyle/>
        <a:p>
          <a:endParaRPr lang="es-CO"/>
        </a:p>
      </dgm:t>
    </dgm:pt>
    <dgm:pt modelId="{762B2BFF-F373-40E4-8C0D-E12586ABF60B}">
      <dgm:prSet/>
      <dgm:spPr/>
      <dgm:t>
        <a:bodyPr/>
        <a:lstStyle/>
        <a:p>
          <a:r>
            <a:rPr lang="es-CO" b="0" i="0" baseline="0"/>
            <a:t>Si tuvieras que resumir en </a:t>
          </a:r>
          <a:r>
            <a:rPr lang="es-CO" b="1" i="0" baseline="0"/>
            <a:t>3 problemas críticos</a:t>
          </a:r>
          <a:r>
            <a:rPr lang="es-CO" b="0" i="0" baseline="0"/>
            <a:t> de negocio usando los datos:</a:t>
          </a:r>
          <a:endParaRPr lang="es-CO"/>
        </a:p>
      </dgm:t>
    </dgm:pt>
    <dgm:pt modelId="{C135195D-81DD-40A3-BBE0-2699766C0055}" type="parTrans" cxnId="{EAB7FBAE-C953-43E0-8199-E3E6B7E588B8}">
      <dgm:prSet/>
      <dgm:spPr/>
      <dgm:t>
        <a:bodyPr/>
        <a:lstStyle/>
        <a:p>
          <a:endParaRPr lang="es-CO"/>
        </a:p>
      </dgm:t>
    </dgm:pt>
    <dgm:pt modelId="{CE92846B-7B73-42DC-97A0-251FD4CAB750}" type="sibTrans" cxnId="{EAB7FBAE-C953-43E0-8199-E3E6B7E588B8}">
      <dgm:prSet/>
      <dgm:spPr/>
      <dgm:t>
        <a:bodyPr/>
        <a:lstStyle/>
        <a:p>
          <a:endParaRPr lang="es-CO"/>
        </a:p>
      </dgm:t>
    </dgm:pt>
    <dgm:pt modelId="{56E58E6F-3677-4ED0-968B-202970527221}">
      <dgm:prSet/>
      <dgm:spPr/>
      <dgm:t>
        <a:bodyPr/>
        <a:lstStyle/>
        <a:p>
          <a:r>
            <a:rPr lang="es-CO" b="0" i="0" baseline="0"/>
            <a:t>¿Cuáles serían y cómo los evidenciarías con indicadores?</a:t>
          </a:r>
          <a:endParaRPr lang="es-CO"/>
        </a:p>
      </dgm:t>
    </dgm:pt>
    <dgm:pt modelId="{E2B33474-24E7-4BAE-A786-31B659E6E042}" type="parTrans" cxnId="{58E27805-0D27-4857-BC7D-FF336A581258}">
      <dgm:prSet/>
      <dgm:spPr/>
      <dgm:t>
        <a:bodyPr/>
        <a:lstStyle/>
        <a:p>
          <a:endParaRPr lang="es-CO"/>
        </a:p>
      </dgm:t>
    </dgm:pt>
    <dgm:pt modelId="{ED386FB5-9484-4CC8-8571-C6993B34E9EE}" type="sibTrans" cxnId="{58E27805-0D27-4857-BC7D-FF336A581258}">
      <dgm:prSet/>
      <dgm:spPr/>
      <dgm:t>
        <a:bodyPr/>
        <a:lstStyle/>
        <a:p>
          <a:endParaRPr lang="es-CO"/>
        </a:p>
      </dgm:t>
    </dgm:pt>
    <dgm:pt modelId="{741BADBD-32B4-4259-B06A-A7BB660B4F0D}">
      <dgm:prSet/>
      <dgm:spPr/>
      <dgm:t>
        <a:bodyPr/>
        <a:lstStyle/>
        <a:p>
          <a:r>
            <a:rPr lang="es-CO" b="1" i="0" baseline="0"/>
            <a:t>KPIs estratégicos</a:t>
          </a:r>
          <a:endParaRPr lang="es-CO"/>
        </a:p>
      </dgm:t>
    </dgm:pt>
    <dgm:pt modelId="{48DB0DCE-E564-47DF-B814-4E82EB18AC9D}" type="parTrans" cxnId="{E68DA8A5-89FF-41E1-AF36-1E2B7C596368}">
      <dgm:prSet/>
      <dgm:spPr/>
      <dgm:t>
        <a:bodyPr/>
        <a:lstStyle/>
        <a:p>
          <a:endParaRPr lang="es-CO"/>
        </a:p>
      </dgm:t>
    </dgm:pt>
    <dgm:pt modelId="{929E5101-CE3B-4A23-BC7C-3F145528D2A7}" type="sibTrans" cxnId="{E68DA8A5-89FF-41E1-AF36-1E2B7C596368}">
      <dgm:prSet/>
      <dgm:spPr/>
      <dgm:t>
        <a:bodyPr/>
        <a:lstStyle/>
        <a:p>
          <a:endParaRPr lang="es-CO"/>
        </a:p>
      </dgm:t>
    </dgm:pt>
    <dgm:pt modelId="{BE2B3FF7-5733-44FB-A568-00C6DA4F8982}">
      <dgm:prSet/>
      <dgm:spPr/>
      <dgm:t>
        <a:bodyPr/>
        <a:lstStyle/>
        <a:p>
          <a:r>
            <a:rPr lang="es-CO" b="0" i="0" baseline="0"/>
            <a:t>Define un set de </a:t>
          </a:r>
          <a:r>
            <a:rPr lang="es-CO" b="1" i="0" baseline="0"/>
            <a:t>8–12 KPIs</a:t>
          </a:r>
          <a:r>
            <a:rPr lang="es-CO" b="0" i="0" baseline="0"/>
            <a:t> para la gerencia, incluyendo al menos:</a:t>
          </a:r>
          <a:endParaRPr lang="es-CO"/>
        </a:p>
      </dgm:t>
    </dgm:pt>
    <dgm:pt modelId="{2B874FCB-66A1-49CC-B6A3-7E37CA88026B}" type="parTrans" cxnId="{15F93BCC-D5D7-4221-AABE-BD9607C69538}">
      <dgm:prSet/>
      <dgm:spPr/>
      <dgm:t>
        <a:bodyPr/>
        <a:lstStyle/>
        <a:p>
          <a:endParaRPr lang="es-CO"/>
        </a:p>
      </dgm:t>
    </dgm:pt>
    <dgm:pt modelId="{833FC18D-98CB-4559-89B7-A879AD304697}" type="sibTrans" cxnId="{15F93BCC-D5D7-4221-AABE-BD9607C69538}">
      <dgm:prSet/>
      <dgm:spPr/>
      <dgm:t>
        <a:bodyPr/>
        <a:lstStyle/>
        <a:p>
          <a:endParaRPr lang="es-CO"/>
        </a:p>
      </dgm:t>
    </dgm:pt>
    <dgm:pt modelId="{F3AF0489-1D11-4ACA-B99C-EEE596B5405E}">
      <dgm:prSet/>
      <dgm:spPr/>
      <dgm:t>
        <a:bodyPr/>
        <a:lstStyle/>
        <a:p>
          <a:r>
            <a:rPr lang="es-CO" b="0" i="0" baseline="0"/>
            <a:t>2 financieros</a:t>
          </a:r>
          <a:endParaRPr lang="es-CO"/>
        </a:p>
      </dgm:t>
    </dgm:pt>
    <dgm:pt modelId="{97FC812A-AC9B-4189-9906-25C0E5399068}" type="parTrans" cxnId="{5D534660-51FF-49DA-8F0F-F9F96B42EA7B}">
      <dgm:prSet/>
      <dgm:spPr/>
      <dgm:t>
        <a:bodyPr/>
        <a:lstStyle/>
        <a:p>
          <a:endParaRPr lang="es-CO"/>
        </a:p>
      </dgm:t>
    </dgm:pt>
    <dgm:pt modelId="{C11D7B02-C8B9-449F-8F1F-8638583ECD71}" type="sibTrans" cxnId="{5D534660-51FF-49DA-8F0F-F9F96B42EA7B}">
      <dgm:prSet/>
      <dgm:spPr/>
      <dgm:t>
        <a:bodyPr/>
        <a:lstStyle/>
        <a:p>
          <a:endParaRPr lang="es-CO"/>
        </a:p>
      </dgm:t>
    </dgm:pt>
    <dgm:pt modelId="{930F7260-C451-4E3B-8044-EAF2F62FE892}">
      <dgm:prSet/>
      <dgm:spPr/>
      <dgm:t>
        <a:bodyPr/>
        <a:lstStyle/>
        <a:p>
          <a:r>
            <a:rPr lang="es-CO" b="0" i="0" baseline="0"/>
            <a:t>2 comerciales</a:t>
          </a:r>
          <a:endParaRPr lang="es-CO"/>
        </a:p>
      </dgm:t>
    </dgm:pt>
    <dgm:pt modelId="{A570A1C1-AC6C-4FCD-939B-1C2950E4A256}" type="parTrans" cxnId="{E02D0237-D525-4798-AB6D-DF8849BA9BC1}">
      <dgm:prSet/>
      <dgm:spPr/>
      <dgm:t>
        <a:bodyPr/>
        <a:lstStyle/>
        <a:p>
          <a:endParaRPr lang="es-CO"/>
        </a:p>
      </dgm:t>
    </dgm:pt>
    <dgm:pt modelId="{AC5CF966-0FF0-4E55-B0C5-8BBECC06FBA0}" type="sibTrans" cxnId="{E02D0237-D525-4798-AB6D-DF8849BA9BC1}">
      <dgm:prSet/>
      <dgm:spPr/>
      <dgm:t>
        <a:bodyPr/>
        <a:lstStyle/>
        <a:p>
          <a:endParaRPr lang="es-CO"/>
        </a:p>
      </dgm:t>
    </dgm:pt>
    <dgm:pt modelId="{D56A165B-366E-4BB5-8B59-33C00025158E}">
      <dgm:prSet/>
      <dgm:spPr/>
      <dgm:t>
        <a:bodyPr/>
        <a:lstStyle/>
        <a:p>
          <a:r>
            <a:rPr lang="es-CO" b="0" i="0" baseline="0"/>
            <a:t>2 de inventario / logística</a:t>
          </a:r>
          <a:endParaRPr lang="es-CO"/>
        </a:p>
      </dgm:t>
    </dgm:pt>
    <dgm:pt modelId="{4A198BA5-5825-48D4-8153-935E07889E1A}" type="parTrans" cxnId="{6F080371-C2EB-41A6-B57B-B00AEB234D4C}">
      <dgm:prSet/>
      <dgm:spPr/>
      <dgm:t>
        <a:bodyPr/>
        <a:lstStyle/>
        <a:p>
          <a:endParaRPr lang="es-CO"/>
        </a:p>
      </dgm:t>
    </dgm:pt>
    <dgm:pt modelId="{E2608406-2A07-4B6B-9745-5B2CEFE4DECC}" type="sibTrans" cxnId="{6F080371-C2EB-41A6-B57B-B00AEB234D4C}">
      <dgm:prSet/>
      <dgm:spPr/>
      <dgm:t>
        <a:bodyPr/>
        <a:lstStyle/>
        <a:p>
          <a:endParaRPr lang="es-CO"/>
        </a:p>
      </dgm:t>
    </dgm:pt>
    <dgm:pt modelId="{B530D62F-69BA-4DBC-895E-0F52C963B93E}">
      <dgm:prSet/>
      <dgm:spPr/>
      <dgm:t>
        <a:bodyPr/>
        <a:lstStyle/>
        <a:p>
          <a:r>
            <a:rPr lang="es-CO" b="0" i="0" baseline="0"/>
            <a:t>2 de riesgo de crédito</a:t>
          </a:r>
          <a:endParaRPr lang="es-CO"/>
        </a:p>
      </dgm:t>
    </dgm:pt>
    <dgm:pt modelId="{B4200F92-C3AF-44D6-8C5D-A1C5053BC831}" type="parTrans" cxnId="{8A2E7795-F55C-445B-8394-BCAABFF09BC9}">
      <dgm:prSet/>
      <dgm:spPr/>
      <dgm:t>
        <a:bodyPr/>
        <a:lstStyle/>
        <a:p>
          <a:endParaRPr lang="es-CO"/>
        </a:p>
      </dgm:t>
    </dgm:pt>
    <dgm:pt modelId="{605259C0-64EF-41AF-BF06-AE3B03A77D5F}" type="sibTrans" cxnId="{8A2E7795-F55C-445B-8394-BCAABFF09BC9}">
      <dgm:prSet/>
      <dgm:spPr/>
      <dgm:t>
        <a:bodyPr/>
        <a:lstStyle/>
        <a:p>
          <a:endParaRPr lang="es-CO"/>
        </a:p>
      </dgm:t>
    </dgm:pt>
    <dgm:pt modelId="{30BE4C1B-4BE0-4B2D-96F2-B089D92A8598}">
      <dgm:prSet/>
      <dgm:spPr/>
      <dgm:t>
        <a:bodyPr/>
        <a:lstStyle/>
        <a:p>
          <a:r>
            <a:rPr lang="es-CO" b="0" i="0" baseline="0"/>
            <a:t>Especifica qué tablas usas y cómo se calculan.</a:t>
          </a:r>
          <a:endParaRPr lang="es-CO"/>
        </a:p>
      </dgm:t>
    </dgm:pt>
    <dgm:pt modelId="{08DF076C-FC20-40A5-AC8E-AD0F19B80D4D}" type="parTrans" cxnId="{101E3C37-E841-4F3F-AB29-3153C64BB291}">
      <dgm:prSet/>
      <dgm:spPr/>
      <dgm:t>
        <a:bodyPr/>
        <a:lstStyle/>
        <a:p>
          <a:endParaRPr lang="es-CO"/>
        </a:p>
      </dgm:t>
    </dgm:pt>
    <dgm:pt modelId="{066F5B7F-7829-4D66-AA6A-E7B519F72819}" type="sibTrans" cxnId="{101E3C37-E841-4F3F-AB29-3153C64BB291}">
      <dgm:prSet/>
      <dgm:spPr/>
      <dgm:t>
        <a:bodyPr/>
        <a:lstStyle/>
        <a:p>
          <a:endParaRPr lang="es-CO"/>
        </a:p>
      </dgm:t>
    </dgm:pt>
    <dgm:pt modelId="{E8B3E4E3-B6B6-4636-8923-9882FF35F266}">
      <dgm:prSet/>
      <dgm:spPr/>
      <dgm:t>
        <a:bodyPr/>
        <a:lstStyle/>
        <a:p>
          <a:r>
            <a:rPr lang="es-CO" b="1" i="0" baseline="0"/>
            <a:t>Dashboards</a:t>
          </a:r>
          <a:endParaRPr lang="es-CO"/>
        </a:p>
      </dgm:t>
    </dgm:pt>
    <dgm:pt modelId="{A88276C7-624B-44E9-812D-C4D6545FA450}" type="parTrans" cxnId="{F523E4C3-207B-4CF6-9E07-C8CC94123E16}">
      <dgm:prSet/>
      <dgm:spPr/>
      <dgm:t>
        <a:bodyPr/>
        <a:lstStyle/>
        <a:p>
          <a:endParaRPr lang="es-CO"/>
        </a:p>
      </dgm:t>
    </dgm:pt>
    <dgm:pt modelId="{61EFDE9D-86B1-45E5-B611-9DE856D931C1}" type="sibTrans" cxnId="{F523E4C3-207B-4CF6-9E07-C8CC94123E16}">
      <dgm:prSet/>
      <dgm:spPr/>
      <dgm:t>
        <a:bodyPr/>
        <a:lstStyle/>
        <a:p>
          <a:endParaRPr lang="es-CO"/>
        </a:p>
      </dgm:t>
    </dgm:pt>
    <dgm:pt modelId="{CED71F41-BDE9-424D-B638-8FD8CB694537}">
      <dgm:prSet/>
      <dgm:spPr/>
      <dgm:t>
        <a:bodyPr/>
        <a:lstStyle/>
        <a:p>
          <a:r>
            <a:rPr lang="es-CO" b="0" i="0" baseline="0"/>
            <a:t>Diseña la lógica de </a:t>
          </a:r>
          <a:r>
            <a:rPr lang="es-CO" b="1" i="0" baseline="0"/>
            <a:t>tres dashboards</a:t>
          </a:r>
          <a:r>
            <a:rPr lang="es-CO" b="0" i="0" baseline="0"/>
            <a:t>:</a:t>
          </a:r>
          <a:endParaRPr lang="es-CO"/>
        </a:p>
      </dgm:t>
    </dgm:pt>
    <dgm:pt modelId="{29F3E144-9C58-47EE-B19C-02B942DA42C1}" type="parTrans" cxnId="{36BF5312-D56C-4E2A-9984-158A6B5E893D}">
      <dgm:prSet/>
      <dgm:spPr/>
      <dgm:t>
        <a:bodyPr/>
        <a:lstStyle/>
        <a:p>
          <a:endParaRPr lang="es-CO"/>
        </a:p>
      </dgm:t>
    </dgm:pt>
    <dgm:pt modelId="{B23803F9-E614-4C76-9142-79B23A365E1C}" type="sibTrans" cxnId="{36BF5312-D56C-4E2A-9984-158A6B5E893D}">
      <dgm:prSet/>
      <dgm:spPr/>
      <dgm:t>
        <a:bodyPr/>
        <a:lstStyle/>
        <a:p>
          <a:endParaRPr lang="es-CO"/>
        </a:p>
      </dgm:t>
    </dgm:pt>
    <dgm:pt modelId="{95199903-318F-4186-A43A-7590728D597D}">
      <dgm:prSet/>
      <dgm:spPr/>
      <dgm:t>
        <a:bodyPr/>
        <a:lstStyle/>
        <a:p>
          <a:r>
            <a:rPr lang="es-CO" b="0" i="0" baseline="0"/>
            <a:t>Dashboard Gerencial (visión general)</a:t>
          </a:r>
          <a:endParaRPr lang="es-CO"/>
        </a:p>
      </dgm:t>
    </dgm:pt>
    <dgm:pt modelId="{E346D54F-E8D5-4345-AF9E-857436395F4A}" type="parTrans" cxnId="{64A7B391-167B-4EFF-AE36-B2CB84CA7B69}">
      <dgm:prSet/>
      <dgm:spPr/>
      <dgm:t>
        <a:bodyPr/>
        <a:lstStyle/>
        <a:p>
          <a:endParaRPr lang="es-CO"/>
        </a:p>
      </dgm:t>
    </dgm:pt>
    <dgm:pt modelId="{4BFD148E-909B-4E4F-9619-87E67CBDAD97}" type="sibTrans" cxnId="{64A7B391-167B-4EFF-AE36-B2CB84CA7B69}">
      <dgm:prSet/>
      <dgm:spPr/>
      <dgm:t>
        <a:bodyPr/>
        <a:lstStyle/>
        <a:p>
          <a:endParaRPr lang="es-CO"/>
        </a:p>
      </dgm:t>
    </dgm:pt>
    <dgm:pt modelId="{FBA3892A-D9EF-4E01-8795-C051A210694F}">
      <dgm:prSet/>
      <dgm:spPr/>
      <dgm:t>
        <a:bodyPr/>
        <a:lstStyle/>
        <a:p>
          <a:r>
            <a:rPr lang="es-CO" b="0" i="0" baseline="0"/>
            <a:t>Dashboard Comercial (ventas, margen, clientes)</a:t>
          </a:r>
          <a:endParaRPr lang="es-CO"/>
        </a:p>
      </dgm:t>
    </dgm:pt>
    <dgm:pt modelId="{C56E30F4-8A1B-47FF-B235-C6F0043B6ED1}" type="parTrans" cxnId="{5C721FDF-4179-4AAF-A3B3-3FD0186F5587}">
      <dgm:prSet/>
      <dgm:spPr/>
      <dgm:t>
        <a:bodyPr/>
        <a:lstStyle/>
        <a:p>
          <a:endParaRPr lang="es-CO"/>
        </a:p>
      </dgm:t>
    </dgm:pt>
    <dgm:pt modelId="{1D8071D7-CD56-4742-BA0F-8F95834EFAB0}" type="sibTrans" cxnId="{5C721FDF-4179-4AAF-A3B3-3FD0186F5587}">
      <dgm:prSet/>
      <dgm:spPr/>
      <dgm:t>
        <a:bodyPr/>
        <a:lstStyle/>
        <a:p>
          <a:endParaRPr lang="es-CO"/>
        </a:p>
      </dgm:t>
    </dgm:pt>
    <dgm:pt modelId="{EE9E9A07-719C-4968-87A6-0DA11EBCD9DC}">
      <dgm:prSet/>
      <dgm:spPr/>
      <dgm:t>
        <a:bodyPr/>
        <a:lstStyle/>
        <a:p>
          <a:r>
            <a:rPr lang="es-CO" b="0" i="0" baseline="0"/>
            <a:t>Dashboard Operativo (inventario, cartera)</a:t>
          </a:r>
          <a:endParaRPr lang="es-CO"/>
        </a:p>
      </dgm:t>
    </dgm:pt>
    <dgm:pt modelId="{C166CE1D-10C1-4758-912B-E0C05009EE87}" type="parTrans" cxnId="{A0A582A4-0986-4BCB-8370-612020EDABCC}">
      <dgm:prSet/>
      <dgm:spPr/>
      <dgm:t>
        <a:bodyPr/>
        <a:lstStyle/>
        <a:p>
          <a:endParaRPr lang="es-CO"/>
        </a:p>
      </dgm:t>
    </dgm:pt>
    <dgm:pt modelId="{AEB84376-B2C6-4526-AEAF-21EC0BA472C4}" type="sibTrans" cxnId="{A0A582A4-0986-4BCB-8370-612020EDABCC}">
      <dgm:prSet/>
      <dgm:spPr/>
      <dgm:t>
        <a:bodyPr/>
        <a:lstStyle/>
        <a:p>
          <a:endParaRPr lang="es-CO"/>
        </a:p>
      </dgm:t>
    </dgm:pt>
    <dgm:pt modelId="{4951870E-60BB-4A27-893A-16649D9407A8}">
      <dgm:prSet/>
      <dgm:spPr/>
      <dgm:t>
        <a:bodyPr/>
        <a:lstStyle/>
        <a:p>
          <a:r>
            <a:rPr lang="es-CO" b="0" i="0" baseline="0"/>
            <a:t>¿Qué gráficos usarías y qué preguntas debe responder cada dashboard?</a:t>
          </a:r>
          <a:endParaRPr lang="es-CO"/>
        </a:p>
      </dgm:t>
    </dgm:pt>
    <dgm:pt modelId="{4BC0538E-C337-48F2-83A3-A76EF0EB6E0A}" type="parTrans" cxnId="{9EAB845A-3B23-48FD-8BD6-960AC0FAF0B1}">
      <dgm:prSet/>
      <dgm:spPr/>
      <dgm:t>
        <a:bodyPr/>
        <a:lstStyle/>
        <a:p>
          <a:endParaRPr lang="es-CO"/>
        </a:p>
      </dgm:t>
    </dgm:pt>
    <dgm:pt modelId="{1273BD63-157E-4ABC-B4B7-B96306050FC7}" type="sibTrans" cxnId="{9EAB845A-3B23-48FD-8BD6-960AC0FAF0B1}">
      <dgm:prSet/>
      <dgm:spPr/>
      <dgm:t>
        <a:bodyPr/>
        <a:lstStyle/>
        <a:p>
          <a:endParaRPr lang="es-CO"/>
        </a:p>
      </dgm:t>
    </dgm:pt>
    <dgm:pt modelId="{0ADDE929-F0D1-4033-AFFC-A4ADB3D5F947}" type="pres">
      <dgm:prSet presAssocID="{CE853E38-0595-438A-BC08-DC4C961471A5}" presName="Name0" presStyleCnt="0">
        <dgm:presLayoutVars>
          <dgm:dir/>
          <dgm:animLvl val="lvl"/>
          <dgm:resizeHandles val="exact"/>
        </dgm:presLayoutVars>
      </dgm:prSet>
      <dgm:spPr/>
    </dgm:pt>
    <dgm:pt modelId="{25E459C9-8D54-4716-ABE6-3009F573B51A}" type="pres">
      <dgm:prSet presAssocID="{DB464709-CE03-4447-9162-581058BBFDC2}" presName="composite" presStyleCnt="0"/>
      <dgm:spPr/>
    </dgm:pt>
    <dgm:pt modelId="{AF7B3020-85A4-40CE-8E13-03F21CAEFE2B}" type="pres">
      <dgm:prSet presAssocID="{DB464709-CE03-4447-9162-581058BBFDC2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6A79F1D1-C5E9-4B85-B396-CB0F41727CD9}" type="pres">
      <dgm:prSet presAssocID="{DB464709-CE03-4447-9162-581058BBFDC2}" presName="desTx" presStyleLbl="alignAccFollowNode1" presStyleIdx="0" presStyleCnt="3">
        <dgm:presLayoutVars>
          <dgm:bulletEnabled val="1"/>
        </dgm:presLayoutVars>
      </dgm:prSet>
      <dgm:spPr/>
    </dgm:pt>
    <dgm:pt modelId="{FBB6DEC8-CB63-43C4-B178-675872EFCB56}" type="pres">
      <dgm:prSet presAssocID="{2331841F-1212-4881-B1E5-5BFB7179BABA}" presName="space" presStyleCnt="0"/>
      <dgm:spPr/>
    </dgm:pt>
    <dgm:pt modelId="{7076C2BC-84AB-4BCF-914F-226CFC2ECB26}" type="pres">
      <dgm:prSet presAssocID="{741BADBD-32B4-4259-B06A-A7BB660B4F0D}" presName="composite" presStyleCnt="0"/>
      <dgm:spPr/>
    </dgm:pt>
    <dgm:pt modelId="{C1122F9C-FF0C-4495-8FAF-3FDF3724114C}" type="pres">
      <dgm:prSet presAssocID="{741BADBD-32B4-4259-B06A-A7BB660B4F0D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A0BFEF25-9124-4773-95E9-DF5EB7E5E6C0}" type="pres">
      <dgm:prSet presAssocID="{741BADBD-32B4-4259-B06A-A7BB660B4F0D}" presName="desTx" presStyleLbl="alignAccFollowNode1" presStyleIdx="1" presStyleCnt="3">
        <dgm:presLayoutVars>
          <dgm:bulletEnabled val="1"/>
        </dgm:presLayoutVars>
      </dgm:prSet>
      <dgm:spPr/>
    </dgm:pt>
    <dgm:pt modelId="{06DA1025-FC4C-43D6-887C-696EC506F727}" type="pres">
      <dgm:prSet presAssocID="{929E5101-CE3B-4A23-BC7C-3F145528D2A7}" presName="space" presStyleCnt="0"/>
      <dgm:spPr/>
    </dgm:pt>
    <dgm:pt modelId="{E0990FB1-F93E-47B9-9FB4-F17B73298C88}" type="pres">
      <dgm:prSet presAssocID="{E8B3E4E3-B6B6-4636-8923-9882FF35F266}" presName="composite" presStyleCnt="0"/>
      <dgm:spPr/>
    </dgm:pt>
    <dgm:pt modelId="{AAA525C2-CB58-4F44-8DAD-1A7EFD0370BA}" type="pres">
      <dgm:prSet presAssocID="{E8B3E4E3-B6B6-4636-8923-9882FF35F266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F4392250-8735-405A-A945-24DFBEFD7588}" type="pres">
      <dgm:prSet presAssocID="{E8B3E4E3-B6B6-4636-8923-9882FF35F266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58E27805-0D27-4857-BC7D-FF336A581258}" srcId="{DB464709-CE03-4447-9162-581058BBFDC2}" destId="{56E58E6F-3677-4ED0-968B-202970527221}" srcOrd="1" destOrd="0" parTransId="{E2B33474-24E7-4BAE-A786-31B659E6E042}" sibTransId="{ED386FB5-9484-4CC8-8571-C6993B34E9EE}"/>
    <dgm:cxn modelId="{4BD1C709-1B11-4C75-9FB1-797E08259B9C}" type="presOf" srcId="{56E58E6F-3677-4ED0-968B-202970527221}" destId="{6A79F1D1-C5E9-4B85-B396-CB0F41727CD9}" srcOrd="0" destOrd="1" presId="urn:microsoft.com/office/officeart/2005/8/layout/hList1"/>
    <dgm:cxn modelId="{36BF5312-D56C-4E2A-9984-158A6B5E893D}" srcId="{E8B3E4E3-B6B6-4636-8923-9882FF35F266}" destId="{CED71F41-BDE9-424D-B638-8FD8CB694537}" srcOrd="0" destOrd="0" parTransId="{29F3E144-9C58-47EE-B19C-02B942DA42C1}" sibTransId="{B23803F9-E614-4C76-9142-79B23A365E1C}"/>
    <dgm:cxn modelId="{7EE5991F-B429-4C10-B0FA-91FC91A23157}" type="presOf" srcId="{95199903-318F-4186-A43A-7590728D597D}" destId="{F4392250-8735-405A-A945-24DFBEFD7588}" srcOrd="0" destOrd="1" presId="urn:microsoft.com/office/officeart/2005/8/layout/hList1"/>
    <dgm:cxn modelId="{14F06521-9F74-4B33-B942-39DFCCF3032D}" type="presOf" srcId="{4951870E-60BB-4A27-893A-16649D9407A8}" destId="{F4392250-8735-405A-A945-24DFBEFD7588}" srcOrd="0" destOrd="4" presId="urn:microsoft.com/office/officeart/2005/8/layout/hList1"/>
    <dgm:cxn modelId="{E02D0237-D525-4798-AB6D-DF8849BA9BC1}" srcId="{BE2B3FF7-5733-44FB-A568-00C6DA4F8982}" destId="{930F7260-C451-4E3B-8044-EAF2F62FE892}" srcOrd="1" destOrd="0" parTransId="{A570A1C1-AC6C-4FCD-939B-1C2950E4A256}" sibTransId="{AC5CF966-0FF0-4E55-B0C5-8BBECC06FBA0}"/>
    <dgm:cxn modelId="{101E3C37-E841-4F3F-AB29-3153C64BB291}" srcId="{BE2B3FF7-5733-44FB-A568-00C6DA4F8982}" destId="{30BE4C1B-4BE0-4B2D-96F2-B089D92A8598}" srcOrd="4" destOrd="0" parTransId="{08DF076C-FC20-40A5-AC8E-AD0F19B80D4D}" sibTransId="{066F5B7F-7829-4D66-AA6A-E7B519F72819}"/>
    <dgm:cxn modelId="{5D534660-51FF-49DA-8F0F-F9F96B42EA7B}" srcId="{BE2B3FF7-5733-44FB-A568-00C6DA4F8982}" destId="{F3AF0489-1D11-4ACA-B99C-EEE596B5405E}" srcOrd="0" destOrd="0" parTransId="{97FC812A-AC9B-4189-9906-25C0E5399068}" sibTransId="{C11D7B02-C8B9-449F-8F1F-8638583ECD71}"/>
    <dgm:cxn modelId="{F457E445-28F8-4CCC-AD1E-579D683B7D80}" type="presOf" srcId="{CED71F41-BDE9-424D-B638-8FD8CB694537}" destId="{F4392250-8735-405A-A945-24DFBEFD7588}" srcOrd="0" destOrd="0" presId="urn:microsoft.com/office/officeart/2005/8/layout/hList1"/>
    <dgm:cxn modelId="{ED9F6146-BD73-4AC5-9E58-91DDB933757F}" type="presOf" srcId="{30BE4C1B-4BE0-4B2D-96F2-B089D92A8598}" destId="{A0BFEF25-9124-4773-95E9-DF5EB7E5E6C0}" srcOrd="0" destOrd="5" presId="urn:microsoft.com/office/officeart/2005/8/layout/hList1"/>
    <dgm:cxn modelId="{6F080371-C2EB-41A6-B57B-B00AEB234D4C}" srcId="{BE2B3FF7-5733-44FB-A568-00C6DA4F8982}" destId="{D56A165B-366E-4BB5-8B59-33C00025158E}" srcOrd="2" destOrd="0" parTransId="{4A198BA5-5825-48D4-8153-935E07889E1A}" sibTransId="{E2608406-2A07-4B6B-9745-5B2CEFE4DECC}"/>
    <dgm:cxn modelId="{4C335276-44CB-42BA-92E1-5851CD9B4F03}" type="presOf" srcId="{D56A165B-366E-4BB5-8B59-33C00025158E}" destId="{A0BFEF25-9124-4773-95E9-DF5EB7E5E6C0}" srcOrd="0" destOrd="3" presId="urn:microsoft.com/office/officeart/2005/8/layout/hList1"/>
    <dgm:cxn modelId="{D7AA7578-A375-4558-85C6-FD35AE48E344}" type="presOf" srcId="{930F7260-C451-4E3B-8044-EAF2F62FE892}" destId="{A0BFEF25-9124-4773-95E9-DF5EB7E5E6C0}" srcOrd="0" destOrd="2" presId="urn:microsoft.com/office/officeart/2005/8/layout/hList1"/>
    <dgm:cxn modelId="{9EAB845A-3B23-48FD-8BD6-960AC0FAF0B1}" srcId="{E8B3E4E3-B6B6-4636-8923-9882FF35F266}" destId="{4951870E-60BB-4A27-893A-16649D9407A8}" srcOrd="4" destOrd="0" parTransId="{4BC0538E-C337-48F2-83A3-A76EF0EB6E0A}" sibTransId="{1273BD63-157E-4ABC-B4B7-B96306050FC7}"/>
    <dgm:cxn modelId="{C16AB181-8495-42E7-967D-4F581D645CB8}" srcId="{CE853E38-0595-438A-BC08-DC4C961471A5}" destId="{DB464709-CE03-4447-9162-581058BBFDC2}" srcOrd="0" destOrd="0" parTransId="{A259E619-F974-4B57-A1E6-32B6FC2B87B0}" sibTransId="{2331841F-1212-4881-B1E5-5BFB7179BABA}"/>
    <dgm:cxn modelId="{F82D5583-52F8-411F-9DE2-9087F7E0581D}" type="presOf" srcId="{EE9E9A07-719C-4968-87A6-0DA11EBCD9DC}" destId="{F4392250-8735-405A-A945-24DFBEFD7588}" srcOrd="0" destOrd="3" presId="urn:microsoft.com/office/officeart/2005/8/layout/hList1"/>
    <dgm:cxn modelId="{64A7B391-167B-4EFF-AE36-B2CB84CA7B69}" srcId="{E8B3E4E3-B6B6-4636-8923-9882FF35F266}" destId="{95199903-318F-4186-A43A-7590728D597D}" srcOrd="1" destOrd="0" parTransId="{E346D54F-E8D5-4345-AF9E-857436395F4A}" sibTransId="{4BFD148E-909B-4E4F-9619-87E67CBDAD97}"/>
    <dgm:cxn modelId="{8A2E7795-F55C-445B-8394-BCAABFF09BC9}" srcId="{BE2B3FF7-5733-44FB-A568-00C6DA4F8982}" destId="{B530D62F-69BA-4DBC-895E-0F52C963B93E}" srcOrd="3" destOrd="0" parTransId="{B4200F92-C3AF-44D6-8C5D-A1C5053BC831}" sibTransId="{605259C0-64EF-41AF-BF06-AE3B03A77D5F}"/>
    <dgm:cxn modelId="{1BEFA599-ADC9-429D-A053-7340389E72D8}" type="presOf" srcId="{E8B3E4E3-B6B6-4636-8923-9882FF35F266}" destId="{AAA525C2-CB58-4F44-8DAD-1A7EFD0370BA}" srcOrd="0" destOrd="0" presId="urn:microsoft.com/office/officeart/2005/8/layout/hList1"/>
    <dgm:cxn modelId="{D27E549B-F701-4298-B286-A3B6DC530256}" type="presOf" srcId="{F3AF0489-1D11-4ACA-B99C-EEE596B5405E}" destId="{A0BFEF25-9124-4773-95E9-DF5EB7E5E6C0}" srcOrd="0" destOrd="1" presId="urn:microsoft.com/office/officeart/2005/8/layout/hList1"/>
    <dgm:cxn modelId="{A0A582A4-0986-4BCB-8370-612020EDABCC}" srcId="{E8B3E4E3-B6B6-4636-8923-9882FF35F266}" destId="{EE9E9A07-719C-4968-87A6-0DA11EBCD9DC}" srcOrd="3" destOrd="0" parTransId="{C166CE1D-10C1-4758-912B-E0C05009EE87}" sibTransId="{AEB84376-B2C6-4526-AEAF-21EC0BA472C4}"/>
    <dgm:cxn modelId="{E68DA8A5-89FF-41E1-AF36-1E2B7C596368}" srcId="{CE853E38-0595-438A-BC08-DC4C961471A5}" destId="{741BADBD-32B4-4259-B06A-A7BB660B4F0D}" srcOrd="1" destOrd="0" parTransId="{48DB0DCE-E564-47DF-B814-4E82EB18AC9D}" sibTransId="{929E5101-CE3B-4A23-BC7C-3F145528D2A7}"/>
    <dgm:cxn modelId="{EAB7FBAE-C953-43E0-8199-E3E6B7E588B8}" srcId="{DB464709-CE03-4447-9162-581058BBFDC2}" destId="{762B2BFF-F373-40E4-8C0D-E12586ABF60B}" srcOrd="0" destOrd="0" parTransId="{C135195D-81DD-40A3-BBE0-2699766C0055}" sibTransId="{CE92846B-7B73-42DC-97A0-251FD4CAB750}"/>
    <dgm:cxn modelId="{B437B7AF-CBD1-438B-9945-0F8A97999D4F}" type="presOf" srcId="{BE2B3FF7-5733-44FB-A568-00C6DA4F8982}" destId="{A0BFEF25-9124-4773-95E9-DF5EB7E5E6C0}" srcOrd="0" destOrd="0" presId="urn:microsoft.com/office/officeart/2005/8/layout/hList1"/>
    <dgm:cxn modelId="{BF0FC5B4-3E1A-40AF-A777-191225E61287}" type="presOf" srcId="{FBA3892A-D9EF-4E01-8795-C051A210694F}" destId="{F4392250-8735-405A-A945-24DFBEFD7588}" srcOrd="0" destOrd="2" presId="urn:microsoft.com/office/officeart/2005/8/layout/hList1"/>
    <dgm:cxn modelId="{F523E4C3-207B-4CF6-9E07-C8CC94123E16}" srcId="{CE853E38-0595-438A-BC08-DC4C961471A5}" destId="{E8B3E4E3-B6B6-4636-8923-9882FF35F266}" srcOrd="2" destOrd="0" parTransId="{A88276C7-624B-44E9-812D-C4D6545FA450}" sibTransId="{61EFDE9D-86B1-45E5-B611-9DE856D931C1}"/>
    <dgm:cxn modelId="{D4AAF5C4-4436-4E6D-937F-A0C3AC7229AB}" type="presOf" srcId="{741BADBD-32B4-4259-B06A-A7BB660B4F0D}" destId="{C1122F9C-FF0C-4495-8FAF-3FDF3724114C}" srcOrd="0" destOrd="0" presId="urn:microsoft.com/office/officeart/2005/8/layout/hList1"/>
    <dgm:cxn modelId="{15F93BCC-D5D7-4221-AABE-BD9607C69538}" srcId="{741BADBD-32B4-4259-B06A-A7BB660B4F0D}" destId="{BE2B3FF7-5733-44FB-A568-00C6DA4F8982}" srcOrd="0" destOrd="0" parTransId="{2B874FCB-66A1-49CC-B6A3-7E37CA88026B}" sibTransId="{833FC18D-98CB-4559-89B7-A879AD304697}"/>
    <dgm:cxn modelId="{2E7DE7CE-057C-4489-8DB5-C695546F1CFB}" type="presOf" srcId="{762B2BFF-F373-40E4-8C0D-E12586ABF60B}" destId="{6A79F1D1-C5E9-4B85-B396-CB0F41727CD9}" srcOrd="0" destOrd="0" presId="urn:microsoft.com/office/officeart/2005/8/layout/hList1"/>
    <dgm:cxn modelId="{488D3CD5-1FB0-43D5-A5A0-3523BBE004C7}" type="presOf" srcId="{DB464709-CE03-4447-9162-581058BBFDC2}" destId="{AF7B3020-85A4-40CE-8E13-03F21CAEFE2B}" srcOrd="0" destOrd="0" presId="urn:microsoft.com/office/officeart/2005/8/layout/hList1"/>
    <dgm:cxn modelId="{10A650DC-676C-49D5-83CE-01B743225610}" type="presOf" srcId="{B530D62F-69BA-4DBC-895E-0F52C963B93E}" destId="{A0BFEF25-9124-4773-95E9-DF5EB7E5E6C0}" srcOrd="0" destOrd="4" presId="urn:microsoft.com/office/officeart/2005/8/layout/hList1"/>
    <dgm:cxn modelId="{5C721FDF-4179-4AAF-A3B3-3FD0186F5587}" srcId="{E8B3E4E3-B6B6-4636-8923-9882FF35F266}" destId="{FBA3892A-D9EF-4E01-8795-C051A210694F}" srcOrd="2" destOrd="0" parTransId="{C56E30F4-8A1B-47FF-B235-C6F0043B6ED1}" sibTransId="{1D8071D7-CD56-4742-BA0F-8F95834EFAB0}"/>
    <dgm:cxn modelId="{8C8457E3-B4B1-467C-8285-B6FDE90AFEC2}" type="presOf" srcId="{CE853E38-0595-438A-BC08-DC4C961471A5}" destId="{0ADDE929-F0D1-4033-AFFC-A4ADB3D5F947}" srcOrd="0" destOrd="0" presId="urn:microsoft.com/office/officeart/2005/8/layout/hList1"/>
    <dgm:cxn modelId="{4C9F5908-8BB9-4C6C-9B25-60E6DE826701}" type="presParOf" srcId="{0ADDE929-F0D1-4033-AFFC-A4ADB3D5F947}" destId="{25E459C9-8D54-4716-ABE6-3009F573B51A}" srcOrd="0" destOrd="0" presId="urn:microsoft.com/office/officeart/2005/8/layout/hList1"/>
    <dgm:cxn modelId="{04506432-D7D1-4AC1-A562-BD5F4522C089}" type="presParOf" srcId="{25E459C9-8D54-4716-ABE6-3009F573B51A}" destId="{AF7B3020-85A4-40CE-8E13-03F21CAEFE2B}" srcOrd="0" destOrd="0" presId="urn:microsoft.com/office/officeart/2005/8/layout/hList1"/>
    <dgm:cxn modelId="{B010854B-9728-4223-8118-F5FF2F742CE8}" type="presParOf" srcId="{25E459C9-8D54-4716-ABE6-3009F573B51A}" destId="{6A79F1D1-C5E9-4B85-B396-CB0F41727CD9}" srcOrd="1" destOrd="0" presId="urn:microsoft.com/office/officeart/2005/8/layout/hList1"/>
    <dgm:cxn modelId="{7DB87A7D-C602-4DA7-95FA-25C3C98FD253}" type="presParOf" srcId="{0ADDE929-F0D1-4033-AFFC-A4ADB3D5F947}" destId="{FBB6DEC8-CB63-43C4-B178-675872EFCB56}" srcOrd="1" destOrd="0" presId="urn:microsoft.com/office/officeart/2005/8/layout/hList1"/>
    <dgm:cxn modelId="{E87CB46D-4A37-4917-BD26-115682EE082A}" type="presParOf" srcId="{0ADDE929-F0D1-4033-AFFC-A4ADB3D5F947}" destId="{7076C2BC-84AB-4BCF-914F-226CFC2ECB26}" srcOrd="2" destOrd="0" presId="urn:microsoft.com/office/officeart/2005/8/layout/hList1"/>
    <dgm:cxn modelId="{335B130B-8581-4AD7-8958-C975A5C906C3}" type="presParOf" srcId="{7076C2BC-84AB-4BCF-914F-226CFC2ECB26}" destId="{C1122F9C-FF0C-4495-8FAF-3FDF3724114C}" srcOrd="0" destOrd="0" presId="urn:microsoft.com/office/officeart/2005/8/layout/hList1"/>
    <dgm:cxn modelId="{B9D5B9A4-E8CF-4EB3-AAEA-034D4157430D}" type="presParOf" srcId="{7076C2BC-84AB-4BCF-914F-226CFC2ECB26}" destId="{A0BFEF25-9124-4773-95E9-DF5EB7E5E6C0}" srcOrd="1" destOrd="0" presId="urn:microsoft.com/office/officeart/2005/8/layout/hList1"/>
    <dgm:cxn modelId="{416991C9-9169-451A-BE0F-FCEC7BCB6E77}" type="presParOf" srcId="{0ADDE929-F0D1-4033-AFFC-A4ADB3D5F947}" destId="{06DA1025-FC4C-43D6-887C-696EC506F727}" srcOrd="3" destOrd="0" presId="urn:microsoft.com/office/officeart/2005/8/layout/hList1"/>
    <dgm:cxn modelId="{E05FFCD3-49AC-4076-973A-7E847FE55E39}" type="presParOf" srcId="{0ADDE929-F0D1-4033-AFFC-A4ADB3D5F947}" destId="{E0990FB1-F93E-47B9-9FB4-F17B73298C88}" srcOrd="4" destOrd="0" presId="urn:microsoft.com/office/officeart/2005/8/layout/hList1"/>
    <dgm:cxn modelId="{839321F2-6431-402F-9B99-126C85A17906}" type="presParOf" srcId="{E0990FB1-F93E-47B9-9FB4-F17B73298C88}" destId="{AAA525C2-CB58-4F44-8DAD-1A7EFD0370BA}" srcOrd="0" destOrd="0" presId="urn:microsoft.com/office/officeart/2005/8/layout/hList1"/>
    <dgm:cxn modelId="{1FCAC7C9-88BD-4547-9D31-3AAC2A60A821}" type="presParOf" srcId="{E0990FB1-F93E-47B9-9FB4-F17B73298C88}" destId="{F4392250-8735-405A-A945-24DFBEFD7588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617AA31A-CD88-4F0D-908C-FD76638A5CCC}" type="doc">
      <dgm:prSet loTypeId="urn:microsoft.com/office/officeart/2005/8/layout/hList1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s-CO"/>
        </a:p>
      </dgm:t>
    </dgm:pt>
    <dgm:pt modelId="{B460151B-A700-48B3-84D2-C8F1C0D7DCD4}">
      <dgm:prSet/>
      <dgm:spPr/>
      <dgm:t>
        <a:bodyPr/>
        <a:lstStyle/>
        <a:p>
          <a:r>
            <a:rPr lang="es-ES" b="1"/>
            <a:t>Análisis avanzado / escenarios</a:t>
          </a:r>
          <a:endParaRPr lang="es-CO"/>
        </a:p>
      </dgm:t>
    </dgm:pt>
    <dgm:pt modelId="{D2209ACB-980B-4083-A555-42150D54F825}" type="parTrans" cxnId="{09CD49FE-15CD-4C6D-9E69-7DEF3A33475A}">
      <dgm:prSet/>
      <dgm:spPr/>
      <dgm:t>
        <a:bodyPr/>
        <a:lstStyle/>
        <a:p>
          <a:endParaRPr lang="es-CO"/>
        </a:p>
      </dgm:t>
    </dgm:pt>
    <dgm:pt modelId="{AB1E9C4E-251F-4A2B-8DAD-2E327132A45D}" type="sibTrans" cxnId="{09CD49FE-15CD-4C6D-9E69-7DEF3A33475A}">
      <dgm:prSet/>
      <dgm:spPr/>
      <dgm:t>
        <a:bodyPr/>
        <a:lstStyle/>
        <a:p>
          <a:endParaRPr lang="es-CO"/>
        </a:p>
      </dgm:t>
    </dgm:pt>
    <dgm:pt modelId="{7938E125-5A5E-4124-A9ED-1B3EDDC69ECF}">
      <dgm:prSet/>
      <dgm:spPr/>
      <dgm:t>
        <a:bodyPr/>
        <a:lstStyle/>
        <a:p>
          <a:r>
            <a:rPr lang="es-ES"/>
            <a:t>Formula un escenario tipo:</a:t>
          </a:r>
          <a:endParaRPr lang="es-CO"/>
        </a:p>
      </dgm:t>
    </dgm:pt>
    <dgm:pt modelId="{957A087D-92C0-4F3E-9A87-6E03E69D46C5}" type="parTrans" cxnId="{E4D4CF7A-6F52-4E87-ADA7-ECD4EBCB9CF9}">
      <dgm:prSet/>
      <dgm:spPr/>
      <dgm:t>
        <a:bodyPr/>
        <a:lstStyle/>
        <a:p>
          <a:endParaRPr lang="es-CO"/>
        </a:p>
      </dgm:t>
    </dgm:pt>
    <dgm:pt modelId="{D8E23805-174A-4B7D-8A19-013CF4CF58AC}" type="sibTrans" cxnId="{E4D4CF7A-6F52-4E87-ADA7-ECD4EBCB9CF9}">
      <dgm:prSet/>
      <dgm:spPr/>
      <dgm:t>
        <a:bodyPr/>
        <a:lstStyle/>
        <a:p>
          <a:endParaRPr lang="es-CO"/>
        </a:p>
      </dgm:t>
    </dgm:pt>
    <dgm:pt modelId="{E0DEDF71-113E-400B-83FB-275D069B1C2E}">
      <dgm:prSet/>
      <dgm:spPr/>
      <dgm:t>
        <a:bodyPr/>
        <a:lstStyle/>
        <a:p>
          <a:r>
            <a:rPr lang="es-ES"/>
            <a:t>“Si la TRM promedio aumenta 15% el próximo año”</a:t>
          </a:r>
          <a:endParaRPr lang="es-CO"/>
        </a:p>
      </dgm:t>
    </dgm:pt>
    <dgm:pt modelId="{90DAA65E-E001-4D95-A23E-619076C02955}" type="parTrans" cxnId="{DAC1C3A7-E066-4A15-B298-3D3DE3B37598}">
      <dgm:prSet/>
      <dgm:spPr/>
      <dgm:t>
        <a:bodyPr/>
        <a:lstStyle/>
        <a:p>
          <a:endParaRPr lang="es-CO"/>
        </a:p>
      </dgm:t>
    </dgm:pt>
    <dgm:pt modelId="{DB198BE2-DB67-4509-901D-C07B32D97127}" type="sibTrans" cxnId="{DAC1C3A7-E066-4A15-B298-3D3DE3B37598}">
      <dgm:prSet/>
      <dgm:spPr/>
      <dgm:t>
        <a:bodyPr/>
        <a:lstStyle/>
        <a:p>
          <a:endParaRPr lang="es-CO"/>
        </a:p>
      </dgm:t>
    </dgm:pt>
    <dgm:pt modelId="{635D284E-E3BB-4BD6-841A-D33FD4E613F7}">
      <dgm:prSet/>
      <dgm:spPr/>
      <dgm:t>
        <a:bodyPr/>
        <a:lstStyle/>
        <a:p>
          <a:r>
            <a:rPr lang="es-ES"/>
            <a:t>o “Si reducimos descuentos promedio en 5 puntos porcentuales”</a:t>
          </a:r>
          <a:endParaRPr lang="es-CO"/>
        </a:p>
      </dgm:t>
    </dgm:pt>
    <dgm:pt modelId="{DE9D4A4E-CCDE-446C-B72C-3599E5EF98A4}" type="parTrans" cxnId="{23B0180A-3DAD-4E05-B48D-D742DD686238}">
      <dgm:prSet/>
      <dgm:spPr/>
      <dgm:t>
        <a:bodyPr/>
        <a:lstStyle/>
        <a:p>
          <a:endParaRPr lang="es-CO"/>
        </a:p>
      </dgm:t>
    </dgm:pt>
    <dgm:pt modelId="{19A693A1-F47A-41CE-BF4D-7734770E6D9A}" type="sibTrans" cxnId="{23B0180A-3DAD-4E05-B48D-D742DD686238}">
      <dgm:prSet/>
      <dgm:spPr/>
      <dgm:t>
        <a:bodyPr/>
        <a:lstStyle/>
        <a:p>
          <a:endParaRPr lang="es-CO"/>
        </a:p>
      </dgm:t>
    </dgm:pt>
    <dgm:pt modelId="{FD48D187-3323-41D2-8D30-4CC5206AD2BA}">
      <dgm:prSet/>
      <dgm:spPr/>
      <dgm:t>
        <a:bodyPr/>
        <a:lstStyle/>
        <a:p>
          <a:r>
            <a:rPr lang="es-ES"/>
            <a:t>¿Qué impacto esperas en ventas, margen y riesgo de cartera? (discusión argumentada, no tiene que ser un modelo perfecto).</a:t>
          </a:r>
          <a:endParaRPr lang="es-CO"/>
        </a:p>
      </dgm:t>
    </dgm:pt>
    <dgm:pt modelId="{05CCAD78-9817-4E4D-9952-2FD66388CECE}" type="parTrans" cxnId="{8ADA889A-CF94-4CC6-A19B-0811CF0C20C1}">
      <dgm:prSet/>
      <dgm:spPr/>
      <dgm:t>
        <a:bodyPr/>
        <a:lstStyle/>
        <a:p>
          <a:endParaRPr lang="es-CO"/>
        </a:p>
      </dgm:t>
    </dgm:pt>
    <dgm:pt modelId="{55977603-A5FE-4458-A9EE-1C6040E7C909}" type="sibTrans" cxnId="{8ADA889A-CF94-4CC6-A19B-0811CF0C20C1}">
      <dgm:prSet/>
      <dgm:spPr/>
      <dgm:t>
        <a:bodyPr/>
        <a:lstStyle/>
        <a:p>
          <a:endParaRPr lang="es-CO"/>
        </a:p>
      </dgm:t>
    </dgm:pt>
    <dgm:pt modelId="{273E6066-EDD6-4B65-A2FD-C330C99325E7}">
      <dgm:prSet/>
      <dgm:spPr/>
      <dgm:t>
        <a:bodyPr/>
        <a:lstStyle/>
        <a:p>
          <a:r>
            <a:rPr lang="es-ES" b="1"/>
            <a:t>Storytelling ejecutivo</a:t>
          </a:r>
          <a:endParaRPr lang="es-CO"/>
        </a:p>
      </dgm:t>
    </dgm:pt>
    <dgm:pt modelId="{355C7740-3DFD-4A49-9742-0370F5E67DF1}" type="parTrans" cxnId="{1E736B07-E5D9-4E3E-83BA-3453848CAD5A}">
      <dgm:prSet/>
      <dgm:spPr/>
      <dgm:t>
        <a:bodyPr/>
        <a:lstStyle/>
        <a:p>
          <a:endParaRPr lang="es-CO"/>
        </a:p>
      </dgm:t>
    </dgm:pt>
    <dgm:pt modelId="{490AAA83-C736-4828-A30F-05B573495028}" type="sibTrans" cxnId="{1E736B07-E5D9-4E3E-83BA-3453848CAD5A}">
      <dgm:prSet/>
      <dgm:spPr/>
      <dgm:t>
        <a:bodyPr/>
        <a:lstStyle/>
        <a:p>
          <a:endParaRPr lang="es-CO"/>
        </a:p>
      </dgm:t>
    </dgm:pt>
    <dgm:pt modelId="{9D44704A-B552-4636-B086-40ED3C5081EC}">
      <dgm:prSet/>
      <dgm:spPr/>
      <dgm:t>
        <a:bodyPr/>
        <a:lstStyle/>
        <a:p>
          <a:r>
            <a:rPr lang="es-ES"/>
            <a:t>Imagina que debes presentar un </a:t>
          </a:r>
          <a:r>
            <a:rPr lang="es-ES" b="1"/>
            <a:t>informe de 5 diapositivas</a:t>
          </a:r>
          <a:r>
            <a:rPr lang="es-ES"/>
            <a:t> a la alta gerencia:</a:t>
          </a:r>
          <a:endParaRPr lang="es-CO"/>
        </a:p>
      </dgm:t>
    </dgm:pt>
    <dgm:pt modelId="{76477F8A-00C3-4A05-991B-C006A0BB2BB6}" type="parTrans" cxnId="{C775D24A-970F-433D-83FA-18BB7ED8D7FA}">
      <dgm:prSet/>
      <dgm:spPr/>
      <dgm:t>
        <a:bodyPr/>
        <a:lstStyle/>
        <a:p>
          <a:endParaRPr lang="es-CO"/>
        </a:p>
      </dgm:t>
    </dgm:pt>
    <dgm:pt modelId="{4A56E075-27D2-49EA-840F-3FADB524BC69}" type="sibTrans" cxnId="{C775D24A-970F-433D-83FA-18BB7ED8D7FA}">
      <dgm:prSet/>
      <dgm:spPr/>
      <dgm:t>
        <a:bodyPr/>
        <a:lstStyle/>
        <a:p>
          <a:endParaRPr lang="es-CO"/>
        </a:p>
      </dgm:t>
    </dgm:pt>
    <dgm:pt modelId="{173D67A2-4A4A-4207-BFA5-A44B21634528}">
      <dgm:prSet/>
      <dgm:spPr/>
      <dgm:t>
        <a:bodyPr/>
        <a:lstStyle/>
        <a:p>
          <a:r>
            <a:rPr lang="es-ES"/>
            <a:t>¿Qué historia contarías sobre el desempeño de Comercializadora Andina en estos dos años?</a:t>
          </a:r>
          <a:endParaRPr lang="es-CO"/>
        </a:p>
      </dgm:t>
    </dgm:pt>
    <dgm:pt modelId="{08F3A571-3E62-41D5-9764-6DC4F8B00BB2}" type="parTrans" cxnId="{75B007D6-BDA9-43A5-A214-F95D837B1F9C}">
      <dgm:prSet/>
      <dgm:spPr/>
      <dgm:t>
        <a:bodyPr/>
        <a:lstStyle/>
        <a:p>
          <a:endParaRPr lang="es-CO"/>
        </a:p>
      </dgm:t>
    </dgm:pt>
    <dgm:pt modelId="{016B1D82-EC9E-494D-AD91-A9C57B1D68A1}" type="sibTrans" cxnId="{75B007D6-BDA9-43A5-A214-F95D837B1F9C}">
      <dgm:prSet/>
      <dgm:spPr/>
      <dgm:t>
        <a:bodyPr/>
        <a:lstStyle/>
        <a:p>
          <a:endParaRPr lang="es-CO"/>
        </a:p>
      </dgm:t>
    </dgm:pt>
    <dgm:pt modelId="{C25872C1-3B02-4AE6-85F1-2CBE5B414035}">
      <dgm:prSet/>
      <dgm:spPr/>
      <dgm:t>
        <a:bodyPr/>
        <a:lstStyle/>
        <a:p>
          <a:r>
            <a:rPr lang="es-ES"/>
            <a:t>¿Qué decisiones estratégicas recomendarías en:</a:t>
          </a:r>
          <a:endParaRPr lang="es-CO"/>
        </a:p>
      </dgm:t>
    </dgm:pt>
    <dgm:pt modelId="{05B39F08-BC81-4934-882A-34D48B4094ED}" type="parTrans" cxnId="{A4832D1A-D592-40A1-B06D-5FB5402479F9}">
      <dgm:prSet/>
      <dgm:spPr/>
      <dgm:t>
        <a:bodyPr/>
        <a:lstStyle/>
        <a:p>
          <a:endParaRPr lang="es-CO"/>
        </a:p>
      </dgm:t>
    </dgm:pt>
    <dgm:pt modelId="{68795CA8-CE0A-49B9-9C99-C3C2D46AB063}" type="sibTrans" cxnId="{A4832D1A-D592-40A1-B06D-5FB5402479F9}">
      <dgm:prSet/>
      <dgm:spPr/>
      <dgm:t>
        <a:bodyPr/>
        <a:lstStyle/>
        <a:p>
          <a:endParaRPr lang="es-CO"/>
        </a:p>
      </dgm:t>
    </dgm:pt>
    <dgm:pt modelId="{4BAEB489-5FE4-4C41-9775-00500FA17AC2}">
      <dgm:prSet/>
      <dgm:spPr/>
      <dgm:t>
        <a:bodyPr/>
        <a:lstStyle/>
        <a:p>
          <a:r>
            <a:rPr lang="es-ES"/>
            <a:t>Portafolio</a:t>
          </a:r>
          <a:endParaRPr lang="es-CO"/>
        </a:p>
      </dgm:t>
    </dgm:pt>
    <dgm:pt modelId="{4768A43A-DB5F-4E63-932A-6FF31F7B0175}" type="parTrans" cxnId="{67413164-745E-40C2-B9B9-6FEE4093515E}">
      <dgm:prSet/>
      <dgm:spPr/>
      <dgm:t>
        <a:bodyPr/>
        <a:lstStyle/>
        <a:p>
          <a:endParaRPr lang="es-CO"/>
        </a:p>
      </dgm:t>
    </dgm:pt>
    <dgm:pt modelId="{7C5D56B6-EF4D-4AFD-AD0C-90DE9B1F9755}" type="sibTrans" cxnId="{67413164-745E-40C2-B9B9-6FEE4093515E}">
      <dgm:prSet/>
      <dgm:spPr/>
      <dgm:t>
        <a:bodyPr/>
        <a:lstStyle/>
        <a:p>
          <a:endParaRPr lang="es-CO"/>
        </a:p>
      </dgm:t>
    </dgm:pt>
    <dgm:pt modelId="{1E10E79F-46F1-4DD1-B156-ECC8D6E68EA1}">
      <dgm:prSet/>
      <dgm:spPr/>
      <dgm:t>
        <a:bodyPr/>
        <a:lstStyle/>
        <a:p>
          <a:r>
            <a:rPr lang="es-ES"/>
            <a:t>Regiones</a:t>
          </a:r>
          <a:endParaRPr lang="es-CO"/>
        </a:p>
      </dgm:t>
    </dgm:pt>
    <dgm:pt modelId="{926F5118-A5F4-47D2-9AF8-B5E78242EB41}" type="parTrans" cxnId="{D5BF3533-D81F-477E-AA38-BCD74D63CF70}">
      <dgm:prSet/>
      <dgm:spPr/>
      <dgm:t>
        <a:bodyPr/>
        <a:lstStyle/>
        <a:p>
          <a:endParaRPr lang="es-CO"/>
        </a:p>
      </dgm:t>
    </dgm:pt>
    <dgm:pt modelId="{039E0311-ABB1-4831-A219-C2BD8281C6FD}" type="sibTrans" cxnId="{D5BF3533-D81F-477E-AA38-BCD74D63CF70}">
      <dgm:prSet/>
      <dgm:spPr/>
      <dgm:t>
        <a:bodyPr/>
        <a:lstStyle/>
        <a:p>
          <a:endParaRPr lang="es-CO"/>
        </a:p>
      </dgm:t>
    </dgm:pt>
    <dgm:pt modelId="{D5A0E5C6-9F93-4405-8EE8-0D08AEC6A818}">
      <dgm:prSet/>
      <dgm:spPr/>
      <dgm:t>
        <a:bodyPr/>
        <a:lstStyle/>
        <a:p>
          <a:r>
            <a:rPr lang="es-ES"/>
            <a:t>Política de descuentos</a:t>
          </a:r>
          <a:endParaRPr lang="es-CO"/>
        </a:p>
      </dgm:t>
    </dgm:pt>
    <dgm:pt modelId="{76BC07CB-B72F-4C0D-AF35-31CEF79A3E65}" type="parTrans" cxnId="{B94E841A-1406-4A01-97DC-2FE4CCB02C7D}">
      <dgm:prSet/>
      <dgm:spPr/>
      <dgm:t>
        <a:bodyPr/>
        <a:lstStyle/>
        <a:p>
          <a:endParaRPr lang="es-CO"/>
        </a:p>
      </dgm:t>
    </dgm:pt>
    <dgm:pt modelId="{9A966342-8695-4FE5-B412-33DD8E5D299D}" type="sibTrans" cxnId="{B94E841A-1406-4A01-97DC-2FE4CCB02C7D}">
      <dgm:prSet/>
      <dgm:spPr/>
      <dgm:t>
        <a:bodyPr/>
        <a:lstStyle/>
        <a:p>
          <a:endParaRPr lang="es-CO"/>
        </a:p>
      </dgm:t>
    </dgm:pt>
    <dgm:pt modelId="{D7E80CF7-E8A4-4E03-847D-438AA6F51991}">
      <dgm:prSet/>
      <dgm:spPr/>
      <dgm:t>
        <a:bodyPr/>
        <a:lstStyle/>
        <a:p>
          <a:r>
            <a:rPr lang="es-ES"/>
            <a:t>Gestión de inventarios</a:t>
          </a:r>
          <a:endParaRPr lang="es-CO"/>
        </a:p>
      </dgm:t>
    </dgm:pt>
    <dgm:pt modelId="{74A3EA42-AFA3-442C-B655-AACF57A550DD}" type="parTrans" cxnId="{BE427695-017D-4226-871B-B5215D70B368}">
      <dgm:prSet/>
      <dgm:spPr/>
      <dgm:t>
        <a:bodyPr/>
        <a:lstStyle/>
        <a:p>
          <a:endParaRPr lang="es-CO"/>
        </a:p>
      </dgm:t>
    </dgm:pt>
    <dgm:pt modelId="{38F47A9E-9058-4439-B70D-3D95309CEA8C}" type="sibTrans" cxnId="{BE427695-017D-4226-871B-B5215D70B368}">
      <dgm:prSet/>
      <dgm:spPr/>
      <dgm:t>
        <a:bodyPr/>
        <a:lstStyle/>
        <a:p>
          <a:endParaRPr lang="es-CO"/>
        </a:p>
      </dgm:t>
    </dgm:pt>
    <dgm:pt modelId="{95F78305-E392-4775-8997-F627053C7968}">
      <dgm:prSet/>
      <dgm:spPr/>
      <dgm:t>
        <a:bodyPr/>
        <a:lstStyle/>
        <a:p>
          <a:r>
            <a:rPr lang="es-ES"/>
            <a:t>Gestión de cartera?</a:t>
          </a:r>
          <a:endParaRPr lang="es-CO"/>
        </a:p>
      </dgm:t>
    </dgm:pt>
    <dgm:pt modelId="{A9863F1C-EE52-4ECA-9E67-923AC47E4509}" type="parTrans" cxnId="{95278404-5B57-4A52-8545-297301724F03}">
      <dgm:prSet/>
      <dgm:spPr/>
      <dgm:t>
        <a:bodyPr/>
        <a:lstStyle/>
        <a:p>
          <a:endParaRPr lang="es-CO"/>
        </a:p>
      </dgm:t>
    </dgm:pt>
    <dgm:pt modelId="{4D8F352F-CDB2-4C17-A016-6662FD80AF8B}" type="sibTrans" cxnId="{95278404-5B57-4A52-8545-297301724F03}">
      <dgm:prSet/>
      <dgm:spPr/>
      <dgm:t>
        <a:bodyPr/>
        <a:lstStyle/>
        <a:p>
          <a:endParaRPr lang="es-CO"/>
        </a:p>
      </dgm:t>
    </dgm:pt>
    <dgm:pt modelId="{0B891A44-EE51-4C34-B7BB-C702504407E1}" type="pres">
      <dgm:prSet presAssocID="{617AA31A-CD88-4F0D-908C-FD76638A5CCC}" presName="Name0" presStyleCnt="0">
        <dgm:presLayoutVars>
          <dgm:dir/>
          <dgm:animLvl val="lvl"/>
          <dgm:resizeHandles val="exact"/>
        </dgm:presLayoutVars>
      </dgm:prSet>
      <dgm:spPr/>
    </dgm:pt>
    <dgm:pt modelId="{2F4A1DF6-C10D-424D-9442-AD32E5A4C1DC}" type="pres">
      <dgm:prSet presAssocID="{B460151B-A700-48B3-84D2-C8F1C0D7DCD4}" presName="composite" presStyleCnt="0"/>
      <dgm:spPr/>
    </dgm:pt>
    <dgm:pt modelId="{B835DF16-70C8-4A1B-BBFC-C3982ADFF854}" type="pres">
      <dgm:prSet presAssocID="{B460151B-A700-48B3-84D2-C8F1C0D7DCD4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02630EFE-E799-44FA-8EC1-0FA4E1B75B75}" type="pres">
      <dgm:prSet presAssocID="{B460151B-A700-48B3-84D2-C8F1C0D7DCD4}" presName="desTx" presStyleLbl="alignAccFollowNode1" presStyleIdx="0" presStyleCnt="2">
        <dgm:presLayoutVars>
          <dgm:bulletEnabled val="1"/>
        </dgm:presLayoutVars>
      </dgm:prSet>
      <dgm:spPr/>
    </dgm:pt>
    <dgm:pt modelId="{BCF82E45-2FBF-4425-BDD7-4179BE43EC06}" type="pres">
      <dgm:prSet presAssocID="{AB1E9C4E-251F-4A2B-8DAD-2E327132A45D}" presName="space" presStyleCnt="0"/>
      <dgm:spPr/>
    </dgm:pt>
    <dgm:pt modelId="{96BD31E3-C26F-4116-9CAE-C48DB2763CC8}" type="pres">
      <dgm:prSet presAssocID="{273E6066-EDD6-4B65-A2FD-C330C99325E7}" presName="composite" presStyleCnt="0"/>
      <dgm:spPr/>
    </dgm:pt>
    <dgm:pt modelId="{08D21D12-2900-40C6-A9C0-B23C05906A24}" type="pres">
      <dgm:prSet presAssocID="{273E6066-EDD6-4B65-A2FD-C330C99325E7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4C8B6B65-795B-4285-B497-FBA49F405347}" type="pres">
      <dgm:prSet presAssocID="{273E6066-EDD6-4B65-A2FD-C330C99325E7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95278404-5B57-4A52-8545-297301724F03}" srcId="{C25872C1-3B02-4AE6-85F1-2CBE5B414035}" destId="{95F78305-E392-4775-8997-F627053C7968}" srcOrd="4" destOrd="0" parTransId="{A9863F1C-EE52-4ECA-9E67-923AC47E4509}" sibTransId="{4D8F352F-CDB2-4C17-A016-6662FD80AF8B}"/>
    <dgm:cxn modelId="{1E736B07-E5D9-4E3E-83BA-3453848CAD5A}" srcId="{617AA31A-CD88-4F0D-908C-FD76638A5CCC}" destId="{273E6066-EDD6-4B65-A2FD-C330C99325E7}" srcOrd="1" destOrd="0" parTransId="{355C7740-3DFD-4A49-9742-0370F5E67DF1}" sibTransId="{490AAA83-C736-4828-A30F-05B573495028}"/>
    <dgm:cxn modelId="{23B0180A-3DAD-4E05-B48D-D742DD686238}" srcId="{7938E125-5A5E-4124-A9ED-1B3EDDC69ECF}" destId="{635D284E-E3BB-4BD6-841A-D33FD4E613F7}" srcOrd="1" destOrd="0" parTransId="{DE9D4A4E-CCDE-446C-B72C-3599E5EF98A4}" sibTransId="{19A693A1-F47A-41CE-BF4D-7734770E6D9A}"/>
    <dgm:cxn modelId="{A4832D1A-D592-40A1-B06D-5FB5402479F9}" srcId="{9D44704A-B552-4636-B086-40ED3C5081EC}" destId="{C25872C1-3B02-4AE6-85F1-2CBE5B414035}" srcOrd="1" destOrd="0" parTransId="{05B39F08-BC81-4934-882A-34D48B4094ED}" sibTransId="{68795CA8-CE0A-49B9-9C99-C3C2D46AB063}"/>
    <dgm:cxn modelId="{B94E841A-1406-4A01-97DC-2FE4CCB02C7D}" srcId="{C25872C1-3B02-4AE6-85F1-2CBE5B414035}" destId="{D5A0E5C6-9F93-4405-8EE8-0D08AEC6A818}" srcOrd="2" destOrd="0" parTransId="{76BC07CB-B72F-4C0D-AF35-31CEF79A3E65}" sibTransId="{9A966342-8695-4FE5-B412-33DD8E5D299D}"/>
    <dgm:cxn modelId="{F8E12325-B5DD-4377-A5D4-995D3548D802}" type="presOf" srcId="{7938E125-5A5E-4124-A9ED-1B3EDDC69ECF}" destId="{02630EFE-E799-44FA-8EC1-0FA4E1B75B75}" srcOrd="0" destOrd="0" presId="urn:microsoft.com/office/officeart/2005/8/layout/hList1"/>
    <dgm:cxn modelId="{5F402625-4E81-46C1-BCF2-E88D30EFDFD9}" type="presOf" srcId="{9D44704A-B552-4636-B086-40ED3C5081EC}" destId="{4C8B6B65-795B-4285-B497-FBA49F405347}" srcOrd="0" destOrd="0" presId="urn:microsoft.com/office/officeart/2005/8/layout/hList1"/>
    <dgm:cxn modelId="{D5BF3533-D81F-477E-AA38-BCD74D63CF70}" srcId="{C25872C1-3B02-4AE6-85F1-2CBE5B414035}" destId="{1E10E79F-46F1-4DD1-B156-ECC8D6E68EA1}" srcOrd="1" destOrd="0" parTransId="{926F5118-A5F4-47D2-9AF8-B5E78242EB41}" sibTransId="{039E0311-ABB1-4831-A219-C2BD8281C6FD}"/>
    <dgm:cxn modelId="{2836C55C-C379-4C1D-AAA8-7E6DC10CF76D}" type="presOf" srcId="{173D67A2-4A4A-4207-BFA5-A44B21634528}" destId="{4C8B6B65-795B-4285-B497-FBA49F405347}" srcOrd="0" destOrd="1" presId="urn:microsoft.com/office/officeart/2005/8/layout/hList1"/>
    <dgm:cxn modelId="{67413164-745E-40C2-B9B9-6FEE4093515E}" srcId="{C25872C1-3B02-4AE6-85F1-2CBE5B414035}" destId="{4BAEB489-5FE4-4C41-9775-00500FA17AC2}" srcOrd="0" destOrd="0" parTransId="{4768A43A-DB5F-4E63-932A-6FF31F7B0175}" sibTransId="{7C5D56B6-EF4D-4AFD-AD0C-90DE9B1F9755}"/>
    <dgm:cxn modelId="{FF508F47-D234-44AE-9240-7220D59CC04F}" type="presOf" srcId="{FD48D187-3323-41D2-8D30-4CC5206AD2BA}" destId="{02630EFE-E799-44FA-8EC1-0FA4E1B75B75}" srcOrd="0" destOrd="3" presId="urn:microsoft.com/office/officeart/2005/8/layout/hList1"/>
    <dgm:cxn modelId="{B87DC26A-7B67-4F40-9FA8-489D2B8A3C11}" type="presOf" srcId="{1E10E79F-46F1-4DD1-B156-ECC8D6E68EA1}" destId="{4C8B6B65-795B-4285-B497-FBA49F405347}" srcOrd="0" destOrd="4" presId="urn:microsoft.com/office/officeart/2005/8/layout/hList1"/>
    <dgm:cxn modelId="{C775D24A-970F-433D-83FA-18BB7ED8D7FA}" srcId="{273E6066-EDD6-4B65-A2FD-C330C99325E7}" destId="{9D44704A-B552-4636-B086-40ED3C5081EC}" srcOrd="0" destOrd="0" parTransId="{76477F8A-00C3-4A05-991B-C006A0BB2BB6}" sibTransId="{4A56E075-27D2-49EA-840F-3FADB524BC69}"/>
    <dgm:cxn modelId="{F57AD76E-4779-4048-ADF7-8492D9A56525}" type="presOf" srcId="{D7E80CF7-E8A4-4E03-847D-438AA6F51991}" destId="{4C8B6B65-795B-4285-B497-FBA49F405347}" srcOrd="0" destOrd="6" presId="urn:microsoft.com/office/officeart/2005/8/layout/hList1"/>
    <dgm:cxn modelId="{E4D4CF7A-6F52-4E87-ADA7-ECD4EBCB9CF9}" srcId="{B460151B-A700-48B3-84D2-C8F1C0D7DCD4}" destId="{7938E125-5A5E-4124-A9ED-1B3EDDC69ECF}" srcOrd="0" destOrd="0" parTransId="{957A087D-92C0-4F3E-9A87-6E03E69D46C5}" sibTransId="{D8E23805-174A-4B7D-8A19-013CF4CF58AC}"/>
    <dgm:cxn modelId="{BE427695-017D-4226-871B-B5215D70B368}" srcId="{C25872C1-3B02-4AE6-85F1-2CBE5B414035}" destId="{D7E80CF7-E8A4-4E03-847D-438AA6F51991}" srcOrd="3" destOrd="0" parTransId="{74A3EA42-AFA3-442C-B655-AACF57A550DD}" sibTransId="{38F47A9E-9058-4439-B70D-3D95309CEA8C}"/>
    <dgm:cxn modelId="{34043C9A-62F6-427A-A74A-FEDAD1AE8FCE}" type="presOf" srcId="{635D284E-E3BB-4BD6-841A-D33FD4E613F7}" destId="{02630EFE-E799-44FA-8EC1-0FA4E1B75B75}" srcOrd="0" destOrd="2" presId="urn:microsoft.com/office/officeart/2005/8/layout/hList1"/>
    <dgm:cxn modelId="{8ADA889A-CF94-4CC6-A19B-0811CF0C20C1}" srcId="{B460151B-A700-48B3-84D2-C8F1C0D7DCD4}" destId="{FD48D187-3323-41D2-8D30-4CC5206AD2BA}" srcOrd="1" destOrd="0" parTransId="{05CCAD78-9817-4E4D-9952-2FD66388CECE}" sibTransId="{55977603-A5FE-4458-A9EE-1C6040E7C909}"/>
    <dgm:cxn modelId="{288FB49B-9C20-4AD3-9F5A-D773E1AE608E}" type="presOf" srcId="{4BAEB489-5FE4-4C41-9775-00500FA17AC2}" destId="{4C8B6B65-795B-4285-B497-FBA49F405347}" srcOrd="0" destOrd="3" presId="urn:microsoft.com/office/officeart/2005/8/layout/hList1"/>
    <dgm:cxn modelId="{DAC1C3A7-E066-4A15-B298-3D3DE3B37598}" srcId="{7938E125-5A5E-4124-A9ED-1B3EDDC69ECF}" destId="{E0DEDF71-113E-400B-83FB-275D069B1C2E}" srcOrd="0" destOrd="0" parTransId="{90DAA65E-E001-4D95-A23E-619076C02955}" sibTransId="{DB198BE2-DB67-4509-901D-C07B32D97127}"/>
    <dgm:cxn modelId="{F3C0A4AB-72B4-481A-A9AE-94F605850F31}" type="presOf" srcId="{B460151B-A700-48B3-84D2-C8F1C0D7DCD4}" destId="{B835DF16-70C8-4A1B-BBFC-C3982ADFF854}" srcOrd="0" destOrd="0" presId="urn:microsoft.com/office/officeart/2005/8/layout/hList1"/>
    <dgm:cxn modelId="{B6005BB5-601E-4791-8C4E-E103C72D33D9}" type="presOf" srcId="{617AA31A-CD88-4F0D-908C-FD76638A5CCC}" destId="{0B891A44-EE51-4C34-B7BB-C702504407E1}" srcOrd="0" destOrd="0" presId="urn:microsoft.com/office/officeart/2005/8/layout/hList1"/>
    <dgm:cxn modelId="{089D01BB-9652-45D4-86E7-6723006CD42F}" type="presOf" srcId="{C25872C1-3B02-4AE6-85F1-2CBE5B414035}" destId="{4C8B6B65-795B-4285-B497-FBA49F405347}" srcOrd="0" destOrd="2" presId="urn:microsoft.com/office/officeart/2005/8/layout/hList1"/>
    <dgm:cxn modelId="{99FA6EBD-B289-4AC7-A117-98643C98FC11}" type="presOf" srcId="{D5A0E5C6-9F93-4405-8EE8-0D08AEC6A818}" destId="{4C8B6B65-795B-4285-B497-FBA49F405347}" srcOrd="0" destOrd="5" presId="urn:microsoft.com/office/officeart/2005/8/layout/hList1"/>
    <dgm:cxn modelId="{5E04EDBF-C081-4092-846A-435C8D685674}" type="presOf" srcId="{273E6066-EDD6-4B65-A2FD-C330C99325E7}" destId="{08D21D12-2900-40C6-A9C0-B23C05906A24}" srcOrd="0" destOrd="0" presId="urn:microsoft.com/office/officeart/2005/8/layout/hList1"/>
    <dgm:cxn modelId="{9E02F8D0-A896-42BC-BF02-5B0D49093C96}" type="presOf" srcId="{E0DEDF71-113E-400B-83FB-275D069B1C2E}" destId="{02630EFE-E799-44FA-8EC1-0FA4E1B75B75}" srcOrd="0" destOrd="1" presId="urn:microsoft.com/office/officeart/2005/8/layout/hList1"/>
    <dgm:cxn modelId="{75B007D6-BDA9-43A5-A214-F95D837B1F9C}" srcId="{9D44704A-B552-4636-B086-40ED3C5081EC}" destId="{173D67A2-4A4A-4207-BFA5-A44B21634528}" srcOrd="0" destOrd="0" parTransId="{08F3A571-3E62-41D5-9764-6DC4F8B00BB2}" sibTransId="{016B1D82-EC9E-494D-AD91-A9C57B1D68A1}"/>
    <dgm:cxn modelId="{458146EE-489A-4BDE-80A4-E10896E2AE33}" type="presOf" srcId="{95F78305-E392-4775-8997-F627053C7968}" destId="{4C8B6B65-795B-4285-B497-FBA49F405347}" srcOrd="0" destOrd="7" presId="urn:microsoft.com/office/officeart/2005/8/layout/hList1"/>
    <dgm:cxn modelId="{09CD49FE-15CD-4C6D-9E69-7DEF3A33475A}" srcId="{617AA31A-CD88-4F0D-908C-FD76638A5CCC}" destId="{B460151B-A700-48B3-84D2-C8F1C0D7DCD4}" srcOrd="0" destOrd="0" parTransId="{D2209ACB-980B-4083-A555-42150D54F825}" sibTransId="{AB1E9C4E-251F-4A2B-8DAD-2E327132A45D}"/>
    <dgm:cxn modelId="{6B8DFB05-F336-44EB-B728-804D83E9DA19}" type="presParOf" srcId="{0B891A44-EE51-4C34-B7BB-C702504407E1}" destId="{2F4A1DF6-C10D-424D-9442-AD32E5A4C1DC}" srcOrd="0" destOrd="0" presId="urn:microsoft.com/office/officeart/2005/8/layout/hList1"/>
    <dgm:cxn modelId="{32FBF463-7005-472F-8111-E7DD32442557}" type="presParOf" srcId="{2F4A1DF6-C10D-424D-9442-AD32E5A4C1DC}" destId="{B835DF16-70C8-4A1B-BBFC-C3982ADFF854}" srcOrd="0" destOrd="0" presId="urn:microsoft.com/office/officeart/2005/8/layout/hList1"/>
    <dgm:cxn modelId="{C3B2FDCA-367C-4689-ABD6-0F5AE41B9146}" type="presParOf" srcId="{2F4A1DF6-C10D-424D-9442-AD32E5A4C1DC}" destId="{02630EFE-E799-44FA-8EC1-0FA4E1B75B75}" srcOrd="1" destOrd="0" presId="urn:microsoft.com/office/officeart/2005/8/layout/hList1"/>
    <dgm:cxn modelId="{7B563EDD-48A1-454C-8E85-44BC74347515}" type="presParOf" srcId="{0B891A44-EE51-4C34-B7BB-C702504407E1}" destId="{BCF82E45-2FBF-4425-BDD7-4179BE43EC06}" srcOrd="1" destOrd="0" presId="urn:microsoft.com/office/officeart/2005/8/layout/hList1"/>
    <dgm:cxn modelId="{1053522E-E6B4-4B52-9FAB-F978FAC84630}" type="presParOf" srcId="{0B891A44-EE51-4C34-B7BB-C702504407E1}" destId="{96BD31E3-C26F-4116-9CAE-C48DB2763CC8}" srcOrd="2" destOrd="0" presId="urn:microsoft.com/office/officeart/2005/8/layout/hList1"/>
    <dgm:cxn modelId="{C541B047-3354-450A-847F-B2362C9E4204}" type="presParOf" srcId="{96BD31E3-C26F-4116-9CAE-C48DB2763CC8}" destId="{08D21D12-2900-40C6-A9C0-B23C05906A24}" srcOrd="0" destOrd="0" presId="urn:microsoft.com/office/officeart/2005/8/layout/hList1"/>
    <dgm:cxn modelId="{F56230DC-033A-464F-B976-F79EC9DBB669}" type="presParOf" srcId="{96BD31E3-C26F-4116-9CAE-C48DB2763CC8}" destId="{4C8B6B65-795B-4285-B497-FBA49F405347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797577-E83B-4F58-83F2-30DD8E86D6EE}">
      <dsp:nvSpPr>
        <dsp:cNvPr id="0" name=""/>
        <dsp:cNvSpPr/>
      </dsp:nvSpPr>
      <dsp:spPr>
        <a:xfrm>
          <a:off x="3953" y="419380"/>
          <a:ext cx="2377306" cy="619346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0904" tIns="69088" rIns="120904" bIns="69088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700" b="1" i="0" kern="1200" baseline="0"/>
            <a:t>Evolución temporal</a:t>
          </a:r>
          <a:endParaRPr lang="en-US" sz="1700" kern="1200"/>
        </a:p>
      </dsp:txBody>
      <dsp:txXfrm>
        <a:off x="3953" y="419380"/>
        <a:ext cx="2377306" cy="619346"/>
      </dsp:txXfrm>
    </dsp:sp>
    <dsp:sp modelId="{E5BC0024-BB07-4DE7-8BCE-18E383DB1331}">
      <dsp:nvSpPr>
        <dsp:cNvPr id="0" name=""/>
        <dsp:cNvSpPr/>
      </dsp:nvSpPr>
      <dsp:spPr>
        <a:xfrm>
          <a:off x="3953" y="1038727"/>
          <a:ext cx="2377306" cy="2893230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0678" tIns="90678" rIns="120904" bIns="136017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700" b="0" i="0" kern="1200" baseline="0"/>
            <a:t>¿Cómo se comportan las </a:t>
          </a:r>
          <a:r>
            <a:rPr lang="es-CO" sz="1700" b="1" i="0" kern="1200" baseline="0"/>
            <a:t>ventas mensuales</a:t>
          </a:r>
          <a:r>
            <a:rPr lang="es-CO" sz="1700" b="0" i="0" kern="1200" baseline="0"/>
            <a:t> (COP) y el </a:t>
          </a:r>
          <a:r>
            <a:rPr lang="es-CO" sz="1700" b="1" i="0" kern="1200" baseline="0"/>
            <a:t>margen total</a:t>
          </a:r>
          <a:r>
            <a:rPr lang="es-CO" sz="1700" b="0" i="0" kern="1200" baseline="0"/>
            <a:t> entre 2022 y 2024?</a:t>
          </a:r>
          <a:endParaRPr lang="en-US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700" b="0" i="0" kern="1200" baseline="0"/>
            <a:t>¿En qué meses se observan los </a:t>
          </a:r>
          <a:r>
            <a:rPr lang="es-CO" sz="1700" b="1" i="0" kern="1200" baseline="0"/>
            <a:t>picos</a:t>
          </a:r>
          <a:r>
            <a:rPr lang="es-CO" sz="1700" b="0" i="0" kern="1200" baseline="0"/>
            <a:t> y </a:t>
          </a:r>
          <a:r>
            <a:rPr lang="es-CO" sz="1700" b="1" i="0" kern="1200" baseline="0"/>
            <a:t>valles</a:t>
          </a:r>
          <a:r>
            <a:rPr lang="es-CO" sz="1700" b="0" i="0" kern="1200" baseline="0"/>
            <a:t> de ventas? ¿Coinciden con los picos de margen?</a:t>
          </a:r>
          <a:endParaRPr lang="en-US" sz="1700" kern="1200"/>
        </a:p>
      </dsp:txBody>
      <dsp:txXfrm>
        <a:off x="3953" y="1038727"/>
        <a:ext cx="2377306" cy="2893230"/>
      </dsp:txXfrm>
    </dsp:sp>
    <dsp:sp modelId="{9574662B-535A-4F9C-8193-3B6AC2767C29}">
      <dsp:nvSpPr>
        <dsp:cNvPr id="0" name=""/>
        <dsp:cNvSpPr/>
      </dsp:nvSpPr>
      <dsp:spPr>
        <a:xfrm>
          <a:off x="2714082" y="419380"/>
          <a:ext cx="2377306" cy="619346"/>
        </a:xfrm>
        <a:prstGeom prst="rect">
          <a:avLst/>
        </a:prstGeom>
        <a:gradFill rotWithShape="0">
          <a:gsLst>
            <a:gs pos="0">
              <a:schemeClr val="accent5">
                <a:hueOff val="-4050717"/>
                <a:satOff val="-275"/>
                <a:lumOff val="65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4050717"/>
                <a:satOff val="-275"/>
                <a:lumOff val="65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4050717"/>
                <a:satOff val="-275"/>
                <a:lumOff val="65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5">
              <a:hueOff val="-4050717"/>
              <a:satOff val="-275"/>
              <a:lumOff val="654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0904" tIns="69088" rIns="120904" bIns="69088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700" b="1" i="0" kern="1200" baseline="0"/>
            <a:t>Mix de categorías</a:t>
          </a:r>
          <a:endParaRPr lang="en-US" sz="1700" kern="1200"/>
        </a:p>
      </dsp:txBody>
      <dsp:txXfrm>
        <a:off x="2714082" y="419380"/>
        <a:ext cx="2377306" cy="619346"/>
      </dsp:txXfrm>
    </dsp:sp>
    <dsp:sp modelId="{65BAC9ED-0A57-46B6-91D7-64B41D6203A5}">
      <dsp:nvSpPr>
        <dsp:cNvPr id="0" name=""/>
        <dsp:cNvSpPr/>
      </dsp:nvSpPr>
      <dsp:spPr>
        <a:xfrm>
          <a:off x="2714082" y="1038727"/>
          <a:ext cx="2377306" cy="2893230"/>
        </a:xfrm>
        <a:prstGeom prst="rect">
          <a:avLst/>
        </a:prstGeom>
        <a:solidFill>
          <a:schemeClr val="accent5">
            <a:tint val="40000"/>
            <a:alpha val="90000"/>
            <a:hueOff val="-3981555"/>
            <a:satOff val="889"/>
            <a:lumOff val="134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3981555"/>
              <a:satOff val="889"/>
              <a:lumOff val="134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0678" tIns="90678" rIns="120904" bIns="136017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700" b="0" i="0" kern="1200" baseline="0"/>
            <a:t>¿Qué </a:t>
          </a:r>
          <a:r>
            <a:rPr lang="es-CO" sz="1700" b="1" i="0" kern="1200" baseline="0"/>
            <a:t>categorías</a:t>
          </a:r>
          <a:r>
            <a:rPr lang="es-CO" sz="1700" b="0" i="0" kern="1200" baseline="0"/>
            <a:t> representan mayor participación en:</a:t>
          </a:r>
          <a:endParaRPr lang="en-US" sz="1700" kern="1200"/>
        </a:p>
        <a:p>
          <a:pPr marL="342900" lvl="2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700" b="0" i="0" kern="1200" baseline="0"/>
            <a:t>a) Ventas (COP)</a:t>
          </a:r>
          <a:endParaRPr lang="en-US" sz="1700" kern="1200"/>
        </a:p>
        <a:p>
          <a:pPr marL="342900" lvl="2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700" b="0" i="0" kern="1200" baseline="0"/>
            <a:t>b) Margen total (COP)?</a:t>
          </a:r>
          <a:endParaRPr lang="en-US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700" b="0" i="0" kern="1200" baseline="0"/>
            <a:t>¿Alguna categoría vende mucho pero </a:t>
          </a:r>
          <a:r>
            <a:rPr lang="es-CO" sz="1700" b="1" i="0" kern="1200" baseline="0"/>
            <a:t>genera poco margen</a:t>
          </a:r>
          <a:r>
            <a:rPr lang="es-CO" sz="1700" b="0" i="0" kern="1200" baseline="0"/>
            <a:t> relativo?</a:t>
          </a:r>
          <a:endParaRPr lang="en-US" sz="1700" kern="1200"/>
        </a:p>
      </dsp:txBody>
      <dsp:txXfrm>
        <a:off x="2714082" y="1038727"/>
        <a:ext cx="2377306" cy="2893230"/>
      </dsp:txXfrm>
    </dsp:sp>
    <dsp:sp modelId="{9324B64B-FA38-4074-9053-244CE93FFC41}">
      <dsp:nvSpPr>
        <dsp:cNvPr id="0" name=""/>
        <dsp:cNvSpPr/>
      </dsp:nvSpPr>
      <dsp:spPr>
        <a:xfrm>
          <a:off x="5424211" y="419380"/>
          <a:ext cx="2377306" cy="619346"/>
        </a:xfrm>
        <a:prstGeom prst="rect">
          <a:avLst/>
        </a:prstGeom>
        <a:gradFill rotWithShape="0">
          <a:gsLst>
            <a:gs pos="0">
              <a:schemeClr val="accent5">
                <a:hueOff val="-8101434"/>
                <a:satOff val="-551"/>
                <a:lumOff val="130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8101434"/>
                <a:satOff val="-551"/>
                <a:lumOff val="130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8101434"/>
                <a:satOff val="-551"/>
                <a:lumOff val="130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5">
              <a:hueOff val="-8101434"/>
              <a:satOff val="-551"/>
              <a:lumOff val="1307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0904" tIns="69088" rIns="120904" bIns="69088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700" b="1" i="0" kern="1200" baseline="0"/>
            <a:t>Subcategorías críticas</a:t>
          </a:r>
          <a:endParaRPr lang="en-US" sz="1700" kern="1200"/>
        </a:p>
      </dsp:txBody>
      <dsp:txXfrm>
        <a:off x="5424211" y="419380"/>
        <a:ext cx="2377306" cy="619346"/>
      </dsp:txXfrm>
    </dsp:sp>
    <dsp:sp modelId="{CE31F52F-CA5F-4065-AB23-783DCB6F6828}">
      <dsp:nvSpPr>
        <dsp:cNvPr id="0" name=""/>
        <dsp:cNvSpPr/>
      </dsp:nvSpPr>
      <dsp:spPr>
        <a:xfrm>
          <a:off x="5424211" y="1038727"/>
          <a:ext cx="2377306" cy="2893230"/>
        </a:xfrm>
        <a:prstGeom prst="rect">
          <a:avLst/>
        </a:prstGeom>
        <a:solidFill>
          <a:schemeClr val="accent5">
            <a:tint val="40000"/>
            <a:alpha val="90000"/>
            <a:hueOff val="-7963110"/>
            <a:satOff val="1778"/>
            <a:lumOff val="267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7963110"/>
              <a:satOff val="1778"/>
              <a:lumOff val="267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0678" tIns="90678" rIns="120904" bIns="136017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700" b="0" i="0" kern="1200" baseline="0"/>
            <a:t>Identifica las </a:t>
          </a:r>
          <a:r>
            <a:rPr lang="es-CO" sz="1700" b="1" i="0" kern="1200" baseline="0"/>
            <a:t>3 subcategorías</a:t>
          </a:r>
          <a:r>
            <a:rPr lang="es-CO" sz="1700" b="0" i="0" kern="1200" baseline="0"/>
            <a:t> con mayor </a:t>
          </a:r>
          <a:r>
            <a:rPr lang="es-CO" sz="1700" b="1" i="0" kern="1200" baseline="0"/>
            <a:t>margen total</a:t>
          </a:r>
          <a:r>
            <a:rPr lang="es-CO" sz="1700" b="0" i="0" kern="1200" baseline="0"/>
            <a:t> y las 3 con menor margen.</a:t>
          </a:r>
          <a:endParaRPr lang="en-US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700" b="0" i="0" kern="1200" baseline="0"/>
            <a:t>¿Qué patrón ves en términos de precios, cantidades o descuentos?</a:t>
          </a:r>
          <a:endParaRPr lang="en-US" sz="1700" kern="1200"/>
        </a:p>
      </dsp:txBody>
      <dsp:txXfrm>
        <a:off x="5424211" y="1038727"/>
        <a:ext cx="2377306" cy="2893230"/>
      </dsp:txXfrm>
    </dsp:sp>
    <dsp:sp modelId="{FC009C5D-A88D-4FD3-A647-442B7375A797}">
      <dsp:nvSpPr>
        <dsp:cNvPr id="0" name=""/>
        <dsp:cNvSpPr/>
      </dsp:nvSpPr>
      <dsp:spPr>
        <a:xfrm>
          <a:off x="8134340" y="419380"/>
          <a:ext cx="2377306" cy="619346"/>
        </a:xfrm>
        <a:prstGeom prst="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5">
              <a:hueOff val="-12152150"/>
              <a:satOff val="-826"/>
              <a:lumOff val="1961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0904" tIns="69088" rIns="120904" bIns="69088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700" b="1" i="0" kern="1200" baseline="0"/>
            <a:t>Descuentos y rentabilidad</a:t>
          </a:r>
          <a:endParaRPr lang="en-US" sz="1700" kern="1200"/>
        </a:p>
      </dsp:txBody>
      <dsp:txXfrm>
        <a:off x="8134340" y="419380"/>
        <a:ext cx="2377306" cy="619346"/>
      </dsp:txXfrm>
    </dsp:sp>
    <dsp:sp modelId="{F8B186E3-0214-4FE9-8D9B-839714549900}">
      <dsp:nvSpPr>
        <dsp:cNvPr id="0" name=""/>
        <dsp:cNvSpPr/>
      </dsp:nvSpPr>
      <dsp:spPr>
        <a:xfrm>
          <a:off x="8134340" y="1038727"/>
          <a:ext cx="2377306" cy="2893230"/>
        </a:xfrm>
        <a:prstGeom prst="rect">
          <a:avLst/>
        </a:prstGeom>
        <a:solidFill>
          <a:schemeClr val="accent5">
            <a:tint val="40000"/>
            <a:alpha val="90000"/>
            <a:hueOff val="-11944666"/>
            <a:satOff val="2667"/>
            <a:lumOff val="401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11944666"/>
              <a:satOff val="2667"/>
              <a:lumOff val="401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0678" tIns="90678" rIns="120904" bIns="136017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700" b="0" i="0" kern="1200" baseline="0"/>
            <a:t>¿Qué relación existe entre el </a:t>
          </a:r>
          <a:r>
            <a:rPr lang="es-CO" sz="1700" b="1" i="0" kern="1200" baseline="0"/>
            <a:t>descuento_pct</a:t>
          </a:r>
          <a:r>
            <a:rPr lang="es-CO" sz="1700" b="0" i="0" kern="1200" baseline="0"/>
            <a:t> y el </a:t>
          </a:r>
          <a:r>
            <a:rPr lang="es-CO" sz="1700" b="1" i="0" kern="1200" baseline="0"/>
            <a:t>margen_total_cop</a:t>
          </a:r>
          <a:r>
            <a:rPr lang="es-CO" sz="1700" b="0" i="0" kern="1200" baseline="0"/>
            <a:t>?</a:t>
          </a:r>
          <a:endParaRPr lang="en-US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700" b="0" i="0" kern="1200" baseline="0"/>
            <a:t>¿Algún rango de descuento parece </a:t>
          </a:r>
          <a:r>
            <a:rPr lang="es-CO" sz="1700" b="1" i="0" kern="1200" baseline="0"/>
            <a:t>destruir margen</a:t>
          </a:r>
          <a:r>
            <a:rPr lang="es-CO" sz="1700" b="0" i="0" kern="1200" baseline="0"/>
            <a:t> de forma sistemática?</a:t>
          </a:r>
          <a:endParaRPr lang="en-US" sz="1700" kern="1200"/>
        </a:p>
      </dsp:txBody>
      <dsp:txXfrm>
        <a:off x="8134340" y="1038727"/>
        <a:ext cx="2377306" cy="289323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541718-6BDC-4253-B849-8EE3D8CB9E5B}">
      <dsp:nvSpPr>
        <dsp:cNvPr id="0" name=""/>
        <dsp:cNvSpPr/>
      </dsp:nvSpPr>
      <dsp:spPr>
        <a:xfrm>
          <a:off x="3953" y="119537"/>
          <a:ext cx="2377306" cy="65356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800" b="1" i="0" kern="1200" baseline="0"/>
            <a:t>Matriz categoría x región</a:t>
          </a:r>
          <a:endParaRPr lang="es-CO" sz="1800" kern="1200"/>
        </a:p>
      </dsp:txBody>
      <dsp:txXfrm>
        <a:off x="3953" y="119537"/>
        <a:ext cx="2377306" cy="653563"/>
      </dsp:txXfrm>
    </dsp:sp>
    <dsp:sp modelId="{280568BC-0E4D-4033-8154-2654E676A84C}">
      <dsp:nvSpPr>
        <dsp:cNvPr id="0" name=""/>
        <dsp:cNvSpPr/>
      </dsp:nvSpPr>
      <dsp:spPr>
        <a:xfrm>
          <a:off x="3953" y="773100"/>
          <a:ext cx="2377306" cy="3458699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800" b="0" i="0" kern="1200" baseline="0"/>
            <a:t>Construye una matriz </a:t>
          </a:r>
          <a:r>
            <a:rPr lang="es-CO" sz="1800" b="1" i="0" kern="1200" baseline="0"/>
            <a:t>Categoría vs Región</a:t>
          </a:r>
          <a:r>
            <a:rPr lang="es-CO" sz="1800" b="0" i="0" kern="1200" baseline="0"/>
            <a:t> con:</a:t>
          </a:r>
          <a:endParaRPr lang="es-CO" sz="1800" kern="1200"/>
        </a:p>
        <a:p>
          <a:pPr marL="342900" lvl="2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800" b="0" i="0" kern="1200" baseline="0"/>
            <a:t>Ventas totales</a:t>
          </a:r>
          <a:endParaRPr lang="es-CO" sz="1800" kern="1200"/>
        </a:p>
        <a:p>
          <a:pPr marL="342900" lvl="2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800" b="0" i="0" kern="1200" baseline="0"/>
            <a:t>Margen total</a:t>
          </a:r>
          <a:endParaRPr lang="es-CO" sz="1800" kern="1200"/>
        </a:p>
        <a:p>
          <a:pPr marL="342900" lvl="2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800" b="0" i="0" kern="1200" baseline="0"/>
            <a:t>Margen % aproximado (margen / subtotal)</a:t>
          </a:r>
          <a:endParaRPr lang="es-CO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800" b="0" i="0" kern="1200" baseline="0"/>
            <a:t>¿En qué región se aprovecha mejor cada categoría?</a:t>
          </a:r>
          <a:endParaRPr lang="es-CO" sz="1800" kern="1200"/>
        </a:p>
      </dsp:txBody>
      <dsp:txXfrm>
        <a:off x="3953" y="773100"/>
        <a:ext cx="2377306" cy="3458699"/>
      </dsp:txXfrm>
    </dsp:sp>
    <dsp:sp modelId="{6619851B-7125-41A0-8EBD-E9727BA66D7E}">
      <dsp:nvSpPr>
        <dsp:cNvPr id="0" name=""/>
        <dsp:cNvSpPr/>
      </dsp:nvSpPr>
      <dsp:spPr>
        <a:xfrm>
          <a:off x="2714082" y="119537"/>
          <a:ext cx="2377306" cy="653563"/>
        </a:xfrm>
        <a:prstGeom prst="rect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accent2">
              <a:hueOff val="2147871"/>
              <a:satOff val="-6164"/>
              <a:lumOff val="-987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800" b="1" i="0" kern="1200" baseline="0"/>
            <a:t>Ciudades clave</a:t>
          </a:r>
          <a:endParaRPr lang="es-CO" sz="1800" kern="1200"/>
        </a:p>
      </dsp:txBody>
      <dsp:txXfrm>
        <a:off x="2714082" y="119537"/>
        <a:ext cx="2377306" cy="653563"/>
      </dsp:txXfrm>
    </dsp:sp>
    <dsp:sp modelId="{6F480A53-32F0-44CE-9FCF-13D7431B02A4}">
      <dsp:nvSpPr>
        <dsp:cNvPr id="0" name=""/>
        <dsp:cNvSpPr/>
      </dsp:nvSpPr>
      <dsp:spPr>
        <a:xfrm>
          <a:off x="2714082" y="773100"/>
          <a:ext cx="2377306" cy="3458699"/>
        </a:xfrm>
        <a:prstGeom prst="rect">
          <a:avLst/>
        </a:prstGeom>
        <a:solidFill>
          <a:schemeClr val="accent2">
            <a:tint val="40000"/>
            <a:alpha val="90000"/>
            <a:hueOff val="2244906"/>
            <a:satOff val="-20744"/>
            <a:lumOff val="-2338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2244906"/>
              <a:satOff val="-20744"/>
              <a:lumOff val="-233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800" b="0" i="0" kern="1200" baseline="0"/>
            <a:t>Identifica las </a:t>
          </a:r>
          <a:r>
            <a:rPr lang="es-CO" sz="1800" b="1" i="0" kern="1200" baseline="0"/>
            <a:t>5 ciudades</a:t>
          </a:r>
          <a:r>
            <a:rPr lang="es-CO" sz="1800" b="0" i="0" kern="1200" baseline="0"/>
            <a:t> con mayor contribución al </a:t>
          </a:r>
          <a:r>
            <a:rPr lang="es-CO" sz="1800" b="1" i="0" kern="1200" baseline="0"/>
            <a:t>margen total</a:t>
          </a:r>
          <a:r>
            <a:rPr lang="es-CO" sz="1800" b="0" i="0" kern="1200" baseline="0"/>
            <a:t>.</a:t>
          </a:r>
          <a:endParaRPr lang="es-CO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800" b="0" i="0" kern="1200" baseline="0"/>
            <a:t>¿Dependen de pocas categorías o tienen portafolio diversificado?</a:t>
          </a:r>
          <a:endParaRPr lang="es-CO" sz="1800" kern="1200"/>
        </a:p>
      </dsp:txBody>
      <dsp:txXfrm>
        <a:off x="2714082" y="773100"/>
        <a:ext cx="2377306" cy="3458699"/>
      </dsp:txXfrm>
    </dsp:sp>
    <dsp:sp modelId="{5D16D58E-D4C0-4BC7-9BB2-8C91989C9A71}">
      <dsp:nvSpPr>
        <dsp:cNvPr id="0" name=""/>
        <dsp:cNvSpPr/>
      </dsp:nvSpPr>
      <dsp:spPr>
        <a:xfrm>
          <a:off x="5424211" y="119537"/>
          <a:ext cx="2377306" cy="653563"/>
        </a:xfrm>
        <a:prstGeom prst="rect">
          <a:avLst/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accent2">
              <a:hueOff val="4295743"/>
              <a:satOff val="-12329"/>
              <a:lumOff val="-1973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800" b="1" i="0" kern="1200" baseline="0"/>
            <a:t>Segmentos de clientes</a:t>
          </a:r>
          <a:endParaRPr lang="es-CO" sz="1800" kern="1200"/>
        </a:p>
      </dsp:txBody>
      <dsp:txXfrm>
        <a:off x="5424211" y="119537"/>
        <a:ext cx="2377306" cy="653563"/>
      </dsp:txXfrm>
    </dsp:sp>
    <dsp:sp modelId="{27B0A3D7-225F-42B7-AFE7-0F1A5C3C624B}">
      <dsp:nvSpPr>
        <dsp:cNvPr id="0" name=""/>
        <dsp:cNvSpPr/>
      </dsp:nvSpPr>
      <dsp:spPr>
        <a:xfrm>
          <a:off x="5424211" y="773100"/>
          <a:ext cx="2377306" cy="3458699"/>
        </a:xfrm>
        <a:prstGeom prst="rect">
          <a:avLst/>
        </a:prstGeom>
        <a:solidFill>
          <a:schemeClr val="accent2">
            <a:tint val="40000"/>
            <a:alpha val="90000"/>
            <a:hueOff val="4489812"/>
            <a:satOff val="-41488"/>
            <a:lumOff val="-4677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4489812"/>
              <a:satOff val="-41488"/>
              <a:lumOff val="-467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800" b="0" i="0" kern="1200" baseline="0"/>
            <a:t>Compara los segmentos (Constructora, Taller Automotriz, etc.) en:</a:t>
          </a:r>
          <a:endParaRPr lang="es-CO" sz="1800" kern="1200"/>
        </a:p>
        <a:p>
          <a:pPr marL="342900" lvl="2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800" b="0" i="0" kern="1200" baseline="0"/>
            <a:t>Ticket promedio</a:t>
          </a:r>
          <a:endParaRPr lang="es-CO" sz="1800" kern="1200"/>
        </a:p>
        <a:p>
          <a:pPr marL="342900" lvl="2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800" b="0" i="0" kern="1200" baseline="0"/>
            <a:t>Frecuencia de compras</a:t>
          </a:r>
          <a:endParaRPr lang="es-CO" sz="1800" kern="1200"/>
        </a:p>
        <a:p>
          <a:pPr marL="342900" lvl="2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800" b="0" i="0" kern="1200" baseline="0"/>
            <a:t>Margen promedio</a:t>
          </a:r>
          <a:endParaRPr lang="es-CO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800" b="0" i="0" kern="1200" baseline="0"/>
            <a:t>¿Qué segmento es más </a:t>
          </a:r>
          <a:r>
            <a:rPr lang="es-CO" sz="1800" b="1" i="0" kern="1200" baseline="0"/>
            <a:t>estratégico</a:t>
          </a:r>
          <a:r>
            <a:rPr lang="es-CO" sz="1800" b="0" i="0" kern="1200" baseline="0"/>
            <a:t> para la compañía?</a:t>
          </a:r>
          <a:endParaRPr lang="es-CO" sz="1800" kern="1200"/>
        </a:p>
      </dsp:txBody>
      <dsp:txXfrm>
        <a:off x="5424211" y="773100"/>
        <a:ext cx="2377306" cy="3458699"/>
      </dsp:txXfrm>
    </dsp:sp>
    <dsp:sp modelId="{54124AB7-330E-4F85-9090-5647FB9619BA}">
      <dsp:nvSpPr>
        <dsp:cNvPr id="0" name=""/>
        <dsp:cNvSpPr/>
      </dsp:nvSpPr>
      <dsp:spPr>
        <a:xfrm>
          <a:off x="8134340" y="119537"/>
          <a:ext cx="2377306" cy="653563"/>
        </a:xfrm>
        <a:prstGeom prst="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800" b="1" i="0" kern="1200" baseline="0"/>
            <a:t>Tipo de venta y riesgo</a:t>
          </a:r>
          <a:endParaRPr lang="es-CO" sz="1800" kern="1200"/>
        </a:p>
      </dsp:txBody>
      <dsp:txXfrm>
        <a:off x="8134340" y="119537"/>
        <a:ext cx="2377306" cy="653563"/>
      </dsp:txXfrm>
    </dsp:sp>
    <dsp:sp modelId="{3B0E06FF-025D-4415-8F6B-7696E75A86B8}">
      <dsp:nvSpPr>
        <dsp:cNvPr id="0" name=""/>
        <dsp:cNvSpPr/>
      </dsp:nvSpPr>
      <dsp:spPr>
        <a:xfrm>
          <a:off x="8134340" y="773100"/>
          <a:ext cx="2377306" cy="3458699"/>
        </a:xfrm>
        <a:prstGeom prst="rect">
          <a:avLst/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800" b="0" i="0" kern="1200" baseline="0"/>
            <a:t>¿Cómo se distribuyen las ventas entre </a:t>
          </a:r>
          <a:r>
            <a:rPr lang="es-CO" sz="1800" b="1" i="0" kern="1200" baseline="0"/>
            <a:t>Contado</a:t>
          </a:r>
          <a:r>
            <a:rPr lang="es-CO" sz="1800" b="0" i="0" kern="1200" baseline="0"/>
            <a:t> y </a:t>
          </a:r>
          <a:r>
            <a:rPr lang="es-CO" sz="1800" b="1" i="0" kern="1200" baseline="0"/>
            <a:t>Crédito 30, 60, 90 días</a:t>
          </a:r>
          <a:r>
            <a:rPr lang="es-CO" sz="1800" b="0" i="0" kern="1200" baseline="0"/>
            <a:t>?</a:t>
          </a:r>
          <a:endParaRPr lang="es-CO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800" b="0" i="0" kern="1200" baseline="0"/>
            <a:t>¿Cuál de estos tipos de venta genera mayor margen total?</a:t>
          </a:r>
          <a:endParaRPr lang="es-CO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800" b="0" i="0" kern="1200" baseline="0"/>
            <a:t>¿Hay trade-off entre mayor margen y mayor riesgo?</a:t>
          </a:r>
          <a:endParaRPr lang="es-CO" sz="1800" kern="1200"/>
        </a:p>
      </dsp:txBody>
      <dsp:txXfrm>
        <a:off x="8134340" y="773100"/>
        <a:ext cx="2377306" cy="345869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8AFD00-6BEA-4799-AE9D-86ECF06C4D86}">
      <dsp:nvSpPr>
        <dsp:cNvPr id="0" name=""/>
        <dsp:cNvSpPr/>
      </dsp:nvSpPr>
      <dsp:spPr>
        <a:xfrm>
          <a:off x="8930" y="256400"/>
          <a:ext cx="3534264" cy="1060279"/>
        </a:xfrm>
        <a:prstGeom prst="chevron">
          <a:avLst>
            <a:gd name="adj" fmla="val 3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0915" tIns="130915" rIns="130915" bIns="1309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300" b="1" i="0" kern="1200" baseline="0"/>
            <a:t>Top clientes</a:t>
          </a:r>
          <a:endParaRPr lang="es-CO" sz="2300" kern="1200"/>
        </a:p>
      </dsp:txBody>
      <dsp:txXfrm>
        <a:off x="327014" y="256400"/>
        <a:ext cx="2898096" cy="1060279"/>
      </dsp:txXfrm>
    </dsp:sp>
    <dsp:sp modelId="{AA6D2B9F-A32D-468C-B269-3B05E3D6CF3B}">
      <dsp:nvSpPr>
        <dsp:cNvPr id="0" name=""/>
        <dsp:cNvSpPr/>
      </dsp:nvSpPr>
      <dsp:spPr>
        <a:xfrm>
          <a:off x="8930" y="1316679"/>
          <a:ext cx="3216180" cy="2778257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150" tIns="254150" rIns="254150" bIns="508299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700" b="0" i="0" kern="1200" baseline="0" dirty="0"/>
            <a:t>Identifica el </a:t>
          </a:r>
          <a:r>
            <a:rPr lang="es-CO" sz="1700" b="1" i="0" kern="1200" baseline="0" dirty="0"/>
            <a:t>Top 20 de clientes</a:t>
          </a:r>
          <a:r>
            <a:rPr lang="es-CO" sz="1700" b="0" i="0" kern="1200" baseline="0" dirty="0"/>
            <a:t> por: Ventas totales; Margen total</a:t>
          </a:r>
          <a:endParaRPr lang="es-CO" sz="1700" kern="1200" dirty="0"/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700" b="0" i="0" kern="1200" baseline="0" dirty="0"/>
            <a:t>¿Qué porcentaje del total representan? (concentración de ingresos/margen)</a:t>
          </a:r>
          <a:endParaRPr lang="es-CO" sz="1700" kern="1200" dirty="0"/>
        </a:p>
      </dsp:txBody>
      <dsp:txXfrm>
        <a:off x="8930" y="1316679"/>
        <a:ext cx="3216180" cy="2778257"/>
      </dsp:txXfrm>
    </dsp:sp>
    <dsp:sp modelId="{61690AEC-4A85-4329-9BA9-0A9B070A1D5C}">
      <dsp:nvSpPr>
        <dsp:cNvPr id="0" name=""/>
        <dsp:cNvSpPr/>
      </dsp:nvSpPr>
      <dsp:spPr>
        <a:xfrm>
          <a:off x="3490667" y="256400"/>
          <a:ext cx="3534264" cy="1060279"/>
        </a:xfrm>
        <a:prstGeom prst="chevron">
          <a:avLst>
            <a:gd name="adj" fmla="val 30000"/>
          </a:avLst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accent2">
              <a:hueOff val="3221807"/>
              <a:satOff val="-9246"/>
              <a:lumOff val="-1480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0915" tIns="130915" rIns="130915" bIns="1309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300" b="1" i="0" kern="1200" baseline="0"/>
            <a:t>Edad y tamaño del cliente</a:t>
          </a:r>
          <a:endParaRPr lang="es-CO" sz="2300" kern="1200"/>
        </a:p>
      </dsp:txBody>
      <dsp:txXfrm>
        <a:off x="3808751" y="256400"/>
        <a:ext cx="2898096" cy="1060279"/>
      </dsp:txXfrm>
    </dsp:sp>
    <dsp:sp modelId="{D4B726B5-BF18-4ED7-80CF-9E8262C2F505}">
      <dsp:nvSpPr>
        <dsp:cNvPr id="0" name=""/>
        <dsp:cNvSpPr/>
      </dsp:nvSpPr>
      <dsp:spPr>
        <a:xfrm>
          <a:off x="3490667" y="1316679"/>
          <a:ext cx="3216180" cy="2778257"/>
        </a:xfrm>
        <a:prstGeom prst="rect">
          <a:avLst/>
        </a:prstGeom>
        <a:solidFill>
          <a:schemeClr val="accent2">
            <a:tint val="40000"/>
            <a:alpha val="90000"/>
            <a:hueOff val="3367359"/>
            <a:satOff val="-31116"/>
            <a:lumOff val="-3508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3367359"/>
              <a:satOff val="-31116"/>
              <a:lumOff val="-350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150" tIns="254150" rIns="254150" bIns="508299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700" b="0" i="0" kern="1200" baseline="0" dirty="0"/>
            <a:t>¿Los clientes </a:t>
          </a:r>
          <a:r>
            <a:rPr lang="es-CO" sz="1700" b="1" i="0" kern="1200" baseline="0" dirty="0"/>
            <a:t>“Grandes”</a:t>
          </a:r>
          <a:r>
            <a:rPr lang="es-CO" sz="1700" b="0" i="0" kern="1200" baseline="0" dirty="0"/>
            <a:t> tienen un comportamiento diferente en: Ticket promedio; Frecuencia de compra; Margen total</a:t>
          </a:r>
          <a:endParaRPr lang="es-CO" sz="1700" kern="1200" dirty="0"/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700" b="0" i="0" kern="1200" baseline="0" dirty="0"/>
            <a:t>¿Los clientes más antiguos (</a:t>
          </a:r>
          <a:r>
            <a:rPr lang="es-CO" sz="1700" b="0" i="0" kern="1200" baseline="0" dirty="0" err="1"/>
            <a:t>fecha_alta</a:t>
          </a:r>
          <a:r>
            <a:rPr lang="es-CO" sz="1700" b="0" i="0" kern="1200" baseline="0" dirty="0"/>
            <a:t>) son más rentables?</a:t>
          </a:r>
          <a:endParaRPr lang="es-CO" sz="1700" kern="1200" dirty="0"/>
        </a:p>
      </dsp:txBody>
      <dsp:txXfrm>
        <a:off x="3490667" y="1316679"/>
        <a:ext cx="3216180" cy="2778257"/>
      </dsp:txXfrm>
    </dsp:sp>
    <dsp:sp modelId="{AD3476D4-1978-477F-BB54-D6F283CF61AF}">
      <dsp:nvSpPr>
        <dsp:cNvPr id="0" name=""/>
        <dsp:cNvSpPr/>
      </dsp:nvSpPr>
      <dsp:spPr>
        <a:xfrm>
          <a:off x="6972405" y="256400"/>
          <a:ext cx="3534264" cy="1060279"/>
        </a:xfrm>
        <a:prstGeom prst="chevron">
          <a:avLst>
            <a:gd name="adj" fmla="val 30000"/>
          </a:avLst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0915" tIns="130915" rIns="130915" bIns="1309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300" b="1" i="0" kern="1200" baseline="0"/>
            <a:t>Análisis básico tipo RFM (simplificado)</a:t>
          </a:r>
          <a:endParaRPr lang="es-CO" sz="2300" kern="1200"/>
        </a:p>
      </dsp:txBody>
      <dsp:txXfrm>
        <a:off x="7290489" y="256400"/>
        <a:ext cx="2898096" cy="1060279"/>
      </dsp:txXfrm>
    </dsp:sp>
    <dsp:sp modelId="{FB99AB51-5905-49B2-8DA4-CDFB415F8924}">
      <dsp:nvSpPr>
        <dsp:cNvPr id="0" name=""/>
        <dsp:cNvSpPr/>
      </dsp:nvSpPr>
      <dsp:spPr>
        <a:xfrm>
          <a:off x="6972405" y="1316679"/>
          <a:ext cx="3216180" cy="2778257"/>
        </a:xfrm>
        <a:prstGeom prst="rect">
          <a:avLst/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150" tIns="254150" rIns="254150" bIns="508299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700" b="0" i="0" kern="1200" baseline="0" dirty="0"/>
            <a:t>Clasifica clientes según:</a:t>
          </a:r>
          <a:endParaRPr lang="es-CO" sz="17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300" b="0" i="0" kern="1200" baseline="0" dirty="0"/>
            <a:t>Recencia: fecha de última compra</a:t>
          </a:r>
          <a:endParaRPr lang="es-CO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300" b="0" i="0" kern="1200" baseline="0" dirty="0"/>
            <a:t>Frecuencia: número de ventas</a:t>
          </a:r>
          <a:endParaRPr lang="es-CO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300" b="0" i="0" kern="1200" baseline="0" dirty="0"/>
            <a:t>Valor: ventas o margen total</a:t>
          </a:r>
          <a:endParaRPr lang="es-CO" sz="1300" kern="1200" dirty="0"/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700" b="0" i="0" kern="1200" baseline="0" dirty="0"/>
            <a:t>Identifica:</a:t>
          </a:r>
          <a:endParaRPr lang="es-CO" sz="17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300" b="0" i="0" kern="1200" baseline="0" dirty="0"/>
            <a:t>Clientes </a:t>
          </a:r>
          <a:r>
            <a:rPr lang="es-CO" sz="1300" b="1" i="0" kern="1200" baseline="0" dirty="0"/>
            <a:t>estrella</a:t>
          </a:r>
          <a:r>
            <a:rPr lang="es-CO" sz="1300" b="0" i="0" kern="1200" baseline="0" dirty="0"/>
            <a:t> (alta R, F, V)</a:t>
          </a:r>
          <a:endParaRPr lang="es-CO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300" b="0" i="0" kern="1200" baseline="0" dirty="0"/>
            <a:t>Clientes en </a:t>
          </a:r>
          <a:r>
            <a:rPr lang="es-CO" sz="1300" b="1" i="0" kern="1200" baseline="0" dirty="0"/>
            <a:t>riesgo de abandono</a:t>
          </a:r>
          <a:r>
            <a:rPr lang="es-CO" sz="1300" b="0" i="0" kern="1200" baseline="0" dirty="0"/>
            <a:t> (baja recencia, valor histórico alto)</a:t>
          </a:r>
          <a:endParaRPr lang="es-CO" sz="1300" kern="1200" dirty="0"/>
        </a:p>
      </dsp:txBody>
      <dsp:txXfrm>
        <a:off x="6972405" y="1316679"/>
        <a:ext cx="3216180" cy="277825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32B73E-A1E6-4E16-8241-710302E368B3}">
      <dsp:nvSpPr>
        <dsp:cNvPr id="0" name=""/>
        <dsp:cNvSpPr/>
      </dsp:nvSpPr>
      <dsp:spPr>
        <a:xfrm>
          <a:off x="3286" y="261077"/>
          <a:ext cx="3203971" cy="77399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85344" rIns="149352" bIns="85344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100" b="1" kern="1200"/>
            <a:t>TRM y costo de la mercancía</a:t>
          </a:r>
          <a:endParaRPr lang="es-CO" sz="2100" kern="1200"/>
        </a:p>
      </dsp:txBody>
      <dsp:txXfrm>
        <a:off x="3286" y="261077"/>
        <a:ext cx="3203971" cy="773997"/>
      </dsp:txXfrm>
    </dsp:sp>
    <dsp:sp modelId="{987580CD-7056-43BD-9DDF-B8E6D57F4C66}">
      <dsp:nvSpPr>
        <dsp:cNvPr id="0" name=""/>
        <dsp:cNvSpPr/>
      </dsp:nvSpPr>
      <dsp:spPr>
        <a:xfrm>
          <a:off x="3286" y="1035075"/>
          <a:ext cx="3203971" cy="3055185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014" tIns="112014" rIns="149352" bIns="168021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100" kern="1200"/>
            <a:t>Analiza la distribución de la </a:t>
          </a:r>
          <a:r>
            <a:rPr lang="es-ES" sz="2100" b="1" kern="1200"/>
            <a:t>TRM</a:t>
          </a:r>
          <a:r>
            <a:rPr lang="es-ES" sz="2100" kern="1200"/>
            <a:t> en el tiempo.</a:t>
          </a:r>
          <a:endParaRPr lang="es-CO" sz="2100" kern="120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100" kern="1200"/>
            <a:t>¿En qué periodos la TRM estuvo más alta?</a:t>
          </a:r>
          <a:endParaRPr lang="es-CO" sz="2100" kern="120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100" kern="1200"/>
            <a:t>¿Coinciden esos periodos con </a:t>
          </a:r>
          <a:r>
            <a:rPr lang="es-ES" sz="2100" b="1" kern="1200"/>
            <a:t>mayores costos de mercancía</a:t>
          </a:r>
          <a:r>
            <a:rPr lang="es-ES" sz="2100" kern="1200"/>
            <a:t> (costo_mercancia_usd × TRM aproximado)?</a:t>
          </a:r>
          <a:endParaRPr lang="es-CO" sz="2100" kern="1200"/>
        </a:p>
      </dsp:txBody>
      <dsp:txXfrm>
        <a:off x="3286" y="1035075"/>
        <a:ext cx="3203971" cy="3055185"/>
      </dsp:txXfrm>
    </dsp:sp>
    <dsp:sp modelId="{29E13257-8732-4A25-8F7D-6B36D96683DE}">
      <dsp:nvSpPr>
        <dsp:cNvPr id="0" name=""/>
        <dsp:cNvSpPr/>
      </dsp:nvSpPr>
      <dsp:spPr>
        <a:xfrm>
          <a:off x="3655814" y="261077"/>
          <a:ext cx="3203971" cy="773997"/>
        </a:xfrm>
        <a:prstGeom prst="rect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accent2">
              <a:hueOff val="3221807"/>
              <a:satOff val="-9246"/>
              <a:lumOff val="-1480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85344" rIns="149352" bIns="85344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100" b="1" kern="1200"/>
            <a:t>Conexión importaciones–ventas</a:t>
          </a:r>
          <a:endParaRPr lang="es-CO" sz="2100" kern="1200"/>
        </a:p>
      </dsp:txBody>
      <dsp:txXfrm>
        <a:off x="3655814" y="261077"/>
        <a:ext cx="3203971" cy="773997"/>
      </dsp:txXfrm>
    </dsp:sp>
    <dsp:sp modelId="{1E2E7E9E-DF98-4F27-B8B3-C79E74BBF828}">
      <dsp:nvSpPr>
        <dsp:cNvPr id="0" name=""/>
        <dsp:cNvSpPr/>
      </dsp:nvSpPr>
      <dsp:spPr>
        <a:xfrm>
          <a:off x="3655814" y="1035075"/>
          <a:ext cx="3203971" cy="3055185"/>
        </a:xfrm>
        <a:prstGeom prst="rect">
          <a:avLst/>
        </a:prstGeom>
        <a:solidFill>
          <a:schemeClr val="accent2">
            <a:tint val="40000"/>
            <a:alpha val="90000"/>
            <a:hueOff val="3367359"/>
            <a:satOff val="-31116"/>
            <a:lumOff val="-3508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3367359"/>
              <a:satOff val="-31116"/>
              <a:lumOff val="-350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014" tIns="112014" rIns="149352" bIns="168021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100" kern="1200"/>
            <a:t>Relaciona por período (ej. trimestre) el </a:t>
          </a:r>
          <a:r>
            <a:rPr lang="es-ES" sz="2100" b="1" kern="1200"/>
            <a:t>valor de importaciones</a:t>
          </a:r>
          <a:r>
            <a:rPr lang="es-ES" sz="2100" kern="1200"/>
            <a:t> vs. </a:t>
          </a:r>
          <a:r>
            <a:rPr lang="es-ES" sz="2100" b="1" kern="1200"/>
            <a:t>ventas posteriores</a:t>
          </a:r>
          <a:r>
            <a:rPr lang="es-ES" sz="2100" kern="1200"/>
            <a:t>.</a:t>
          </a:r>
          <a:endParaRPr lang="es-CO" sz="2100" kern="120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100" kern="1200"/>
            <a:t>¿Se observa un rezago típico entre momento de importación y ventas?</a:t>
          </a:r>
          <a:endParaRPr lang="es-CO" sz="2100" kern="1200"/>
        </a:p>
      </dsp:txBody>
      <dsp:txXfrm>
        <a:off x="3655814" y="1035075"/>
        <a:ext cx="3203971" cy="3055185"/>
      </dsp:txXfrm>
    </dsp:sp>
    <dsp:sp modelId="{582CA583-F985-4807-99E6-15A0E4CAF387}">
      <dsp:nvSpPr>
        <dsp:cNvPr id="0" name=""/>
        <dsp:cNvSpPr/>
      </dsp:nvSpPr>
      <dsp:spPr>
        <a:xfrm>
          <a:off x="7308342" y="261077"/>
          <a:ext cx="3203971" cy="773997"/>
        </a:xfrm>
        <a:prstGeom prst="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85344" rIns="149352" bIns="85344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100" b="1" kern="1200"/>
            <a:t>Centros logísticos</a:t>
          </a:r>
          <a:endParaRPr lang="es-CO" sz="2100" kern="1200"/>
        </a:p>
      </dsp:txBody>
      <dsp:txXfrm>
        <a:off x="7308342" y="261077"/>
        <a:ext cx="3203971" cy="773997"/>
      </dsp:txXfrm>
    </dsp:sp>
    <dsp:sp modelId="{FA03BF4B-4B22-4D8B-9ED2-546A91A6439E}">
      <dsp:nvSpPr>
        <dsp:cNvPr id="0" name=""/>
        <dsp:cNvSpPr/>
      </dsp:nvSpPr>
      <dsp:spPr>
        <a:xfrm>
          <a:off x="7308342" y="1035075"/>
          <a:ext cx="3203971" cy="3055185"/>
        </a:xfrm>
        <a:prstGeom prst="rect">
          <a:avLst/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014" tIns="112014" rIns="149352" bIns="168021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100" kern="1200"/>
            <a:t>Compara Bogotá, Barranquilla y Cali en:</a:t>
          </a:r>
          <a:endParaRPr lang="es-CO" sz="2100" kern="1200"/>
        </a:p>
        <a:p>
          <a:pPr marL="457200" lvl="2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100" kern="1200"/>
            <a:t>Valor importado total</a:t>
          </a:r>
          <a:endParaRPr lang="es-CO" sz="2100" kern="1200"/>
        </a:p>
        <a:p>
          <a:pPr marL="457200" lvl="2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100" kern="1200"/>
            <a:t>Participación en ventas posteriores</a:t>
          </a:r>
          <a:endParaRPr lang="es-CO" sz="2100" kern="120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100" kern="1200"/>
            <a:t>¿Algún centro parece estar </a:t>
          </a:r>
          <a:r>
            <a:rPr lang="es-ES" sz="2100" b="1" kern="1200"/>
            <a:t>sobreabastecido</a:t>
          </a:r>
          <a:r>
            <a:rPr lang="es-ES" sz="2100" kern="1200"/>
            <a:t> vs su nivel de ventas?</a:t>
          </a:r>
          <a:endParaRPr lang="es-CO" sz="2100" kern="1200"/>
        </a:p>
      </dsp:txBody>
      <dsp:txXfrm>
        <a:off x="7308342" y="1035075"/>
        <a:ext cx="3203971" cy="305518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786821-E9F6-4D59-A766-265CBB8BCA6E}">
      <dsp:nvSpPr>
        <dsp:cNvPr id="0" name=""/>
        <dsp:cNvSpPr/>
      </dsp:nvSpPr>
      <dsp:spPr>
        <a:xfrm>
          <a:off x="3286" y="5379"/>
          <a:ext cx="3203971" cy="70784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77216" rIns="135128" bIns="77216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900" b="1" i="0" kern="1200" baseline="0"/>
            <a:t>Rotación por categoría/subcategoría</a:t>
          </a:r>
          <a:endParaRPr lang="es-CO" sz="1900" kern="1200"/>
        </a:p>
      </dsp:txBody>
      <dsp:txXfrm>
        <a:off x="3286" y="5379"/>
        <a:ext cx="3203971" cy="707847"/>
      </dsp:txXfrm>
    </dsp:sp>
    <dsp:sp modelId="{C45C156F-955D-4A34-8DEB-69AF1D02B3BC}">
      <dsp:nvSpPr>
        <dsp:cNvPr id="0" name=""/>
        <dsp:cNvSpPr/>
      </dsp:nvSpPr>
      <dsp:spPr>
        <a:xfrm>
          <a:off x="3286" y="713227"/>
          <a:ext cx="3203971" cy="3442229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346" tIns="101346" rIns="135128" bIns="152019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900" b="0" i="0" kern="1200" baseline="0" dirty="0"/>
            <a:t>Calcula una métrica aproximada de </a:t>
          </a:r>
          <a:r>
            <a:rPr lang="es-CO" sz="1900" b="1" i="0" kern="1200" baseline="0" dirty="0"/>
            <a:t>rotación</a:t>
          </a:r>
          <a:r>
            <a:rPr lang="es-CO" sz="1900" b="0" i="0" kern="1200" baseline="0" dirty="0"/>
            <a:t> utilizando:</a:t>
          </a:r>
          <a:endParaRPr lang="es-CO" sz="1900" kern="1200" dirty="0"/>
        </a:p>
        <a:p>
          <a:pPr marL="342900" lvl="2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900" b="0" i="0" kern="1200" baseline="0" dirty="0"/>
            <a:t>Ventas (cantidad)</a:t>
          </a:r>
          <a:endParaRPr lang="es-CO" sz="1900" kern="1200" dirty="0"/>
        </a:p>
        <a:p>
          <a:pPr marL="342900" lvl="2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900" b="0" i="0" kern="1200" baseline="0" dirty="0" err="1"/>
            <a:t>Stock_promedio</a:t>
          </a:r>
          <a:r>
            <a:rPr lang="es-CO" sz="1900" b="0" i="0" kern="1200" baseline="0" dirty="0"/>
            <a:t> (a partir de inventario)</a:t>
          </a:r>
          <a:endParaRPr lang="es-CO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900" b="0" i="0" kern="1200" baseline="0" dirty="0"/>
            <a:t>Identifica subcategorías:</a:t>
          </a:r>
          <a:endParaRPr lang="es-CO" sz="1900" kern="1200" dirty="0"/>
        </a:p>
        <a:p>
          <a:pPr marL="342900" lvl="2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900" b="1" i="0" kern="1200" baseline="0" dirty="0"/>
            <a:t>Lentas</a:t>
          </a:r>
          <a:r>
            <a:rPr lang="es-CO" sz="1900" b="0" i="0" kern="1200" baseline="0" dirty="0"/>
            <a:t> (stock alto, ventas bajas)</a:t>
          </a:r>
          <a:endParaRPr lang="es-CO" sz="1900" kern="1200" dirty="0"/>
        </a:p>
        <a:p>
          <a:pPr marL="342900" lvl="2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900" b="1" i="0" kern="1200" baseline="0" dirty="0"/>
            <a:t>Rápidas</a:t>
          </a:r>
          <a:r>
            <a:rPr lang="es-CO" sz="1900" b="0" i="0" kern="1200" baseline="0" dirty="0"/>
            <a:t> (stock bajo, ventas altas)</a:t>
          </a:r>
          <a:endParaRPr lang="es-CO" sz="1900" kern="1200" dirty="0"/>
        </a:p>
      </dsp:txBody>
      <dsp:txXfrm>
        <a:off x="3286" y="713227"/>
        <a:ext cx="3203971" cy="3442229"/>
      </dsp:txXfrm>
    </dsp:sp>
    <dsp:sp modelId="{CD3CE4F7-7564-49C0-AE28-D5CA972153FE}">
      <dsp:nvSpPr>
        <dsp:cNvPr id="0" name=""/>
        <dsp:cNvSpPr/>
      </dsp:nvSpPr>
      <dsp:spPr>
        <a:xfrm>
          <a:off x="3655814" y="5379"/>
          <a:ext cx="3203971" cy="707847"/>
        </a:xfrm>
        <a:prstGeom prst="rect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accent2">
              <a:hueOff val="3221807"/>
              <a:satOff val="-9246"/>
              <a:lumOff val="-1480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77216" rIns="135128" bIns="77216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900" b="1" i="0" kern="1200" baseline="0" dirty="0" err="1"/>
            <a:t>Sobreinventario</a:t>
          </a:r>
          <a:r>
            <a:rPr lang="es-CO" sz="1900" b="1" i="0" kern="1200" baseline="0" dirty="0"/>
            <a:t> y riesgo</a:t>
          </a:r>
          <a:endParaRPr lang="es-CO" sz="1900" kern="1200" dirty="0"/>
        </a:p>
      </dsp:txBody>
      <dsp:txXfrm>
        <a:off x="3655814" y="5379"/>
        <a:ext cx="3203971" cy="707847"/>
      </dsp:txXfrm>
    </dsp:sp>
    <dsp:sp modelId="{A21534FE-7006-4F53-9699-E7FA397F93BD}">
      <dsp:nvSpPr>
        <dsp:cNvPr id="0" name=""/>
        <dsp:cNvSpPr/>
      </dsp:nvSpPr>
      <dsp:spPr>
        <a:xfrm>
          <a:off x="3655814" y="713227"/>
          <a:ext cx="3203971" cy="3442229"/>
        </a:xfrm>
        <a:prstGeom prst="rect">
          <a:avLst/>
        </a:prstGeom>
        <a:solidFill>
          <a:schemeClr val="accent2">
            <a:tint val="40000"/>
            <a:alpha val="90000"/>
            <a:hueOff val="3367359"/>
            <a:satOff val="-31116"/>
            <a:lumOff val="-3508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3367359"/>
              <a:satOff val="-31116"/>
              <a:lumOff val="-350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346" tIns="101346" rIns="135128" bIns="152019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900" b="0" i="0" kern="1200" baseline="0" dirty="0"/>
            <a:t>¿En qué centros logísticos se concentra mayor </a:t>
          </a:r>
          <a:r>
            <a:rPr lang="es-CO" sz="1900" b="1" i="0" kern="1200" baseline="0" dirty="0" err="1"/>
            <a:t>valor_inventario_cop</a:t>
          </a:r>
          <a:r>
            <a:rPr lang="es-CO" sz="1900" b="0" i="0" kern="1200" baseline="0" dirty="0"/>
            <a:t>?</a:t>
          </a:r>
          <a:endParaRPr lang="es-CO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900" b="0" i="0" kern="1200" baseline="0" dirty="0"/>
            <a:t>¿Qué productos tienen stock alto, bajo margen y bajas ventas? (candidatos a </a:t>
          </a:r>
          <a:r>
            <a:rPr lang="es-CO" sz="1900" b="1" i="0" kern="1200" baseline="0" dirty="0"/>
            <a:t>obsolescencia</a:t>
          </a:r>
          <a:r>
            <a:rPr lang="es-CO" sz="1900" b="0" i="0" kern="1200" baseline="0" dirty="0"/>
            <a:t>)</a:t>
          </a:r>
          <a:endParaRPr lang="es-CO" sz="1900" kern="1200" dirty="0"/>
        </a:p>
      </dsp:txBody>
      <dsp:txXfrm>
        <a:off x="3655814" y="713227"/>
        <a:ext cx="3203971" cy="3442229"/>
      </dsp:txXfrm>
    </dsp:sp>
    <dsp:sp modelId="{B5477813-FA97-43FD-B139-20DD69EA8A0A}">
      <dsp:nvSpPr>
        <dsp:cNvPr id="0" name=""/>
        <dsp:cNvSpPr/>
      </dsp:nvSpPr>
      <dsp:spPr>
        <a:xfrm>
          <a:off x="7308342" y="5379"/>
          <a:ext cx="3203971" cy="707847"/>
        </a:xfrm>
        <a:prstGeom prst="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77216" rIns="135128" bIns="77216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900" b="1" i="0" kern="1200" baseline="0" dirty="0"/>
            <a:t>Rupturas potenciales</a:t>
          </a:r>
          <a:endParaRPr lang="es-CO" sz="1900" kern="1200" dirty="0"/>
        </a:p>
      </dsp:txBody>
      <dsp:txXfrm>
        <a:off x="7308342" y="5379"/>
        <a:ext cx="3203971" cy="707847"/>
      </dsp:txXfrm>
    </dsp:sp>
    <dsp:sp modelId="{EAC515DA-8FEE-4379-9CBD-C2003FB2DD90}">
      <dsp:nvSpPr>
        <dsp:cNvPr id="0" name=""/>
        <dsp:cNvSpPr/>
      </dsp:nvSpPr>
      <dsp:spPr>
        <a:xfrm>
          <a:off x="7308342" y="713227"/>
          <a:ext cx="3203971" cy="3442229"/>
        </a:xfrm>
        <a:prstGeom prst="rect">
          <a:avLst/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346" tIns="101346" rIns="135128" bIns="152019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900" b="0" i="0" kern="1200" baseline="0" dirty="0"/>
            <a:t>¿Existen productos con alta venta histórica pero que aparecen con </a:t>
          </a:r>
          <a:r>
            <a:rPr lang="es-CO" sz="1900" b="1" i="0" kern="1200" baseline="0" dirty="0"/>
            <a:t>stock bajo</a:t>
          </a:r>
          <a:r>
            <a:rPr lang="es-CO" sz="1900" b="0" i="0" kern="1200" baseline="0" dirty="0"/>
            <a:t> en los últimos cortes?</a:t>
          </a:r>
          <a:endParaRPr lang="es-CO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900" b="0" i="0" kern="1200" baseline="0" dirty="0"/>
            <a:t>Señala los </a:t>
          </a:r>
          <a:r>
            <a:rPr lang="es-CO" sz="1900" b="1" i="0" kern="1200" baseline="0" dirty="0"/>
            <a:t>Top 10 productos</a:t>
          </a:r>
          <a:r>
            <a:rPr lang="es-CO" sz="1900" b="0" i="0" kern="1200" baseline="0" dirty="0"/>
            <a:t> con mayor riesgo potencial de </a:t>
          </a:r>
          <a:r>
            <a:rPr lang="es-CO" sz="1900" b="1" i="0" kern="1200" baseline="0" dirty="0"/>
            <a:t>stock-</a:t>
          </a:r>
          <a:r>
            <a:rPr lang="es-CO" sz="1900" b="1" i="0" kern="1200" baseline="0" dirty="0" err="1"/>
            <a:t>out</a:t>
          </a:r>
          <a:r>
            <a:rPr lang="es-CO" sz="1900" b="0" i="0" kern="1200" baseline="0" dirty="0"/>
            <a:t>.</a:t>
          </a:r>
          <a:endParaRPr lang="es-CO" sz="1900" kern="1200" dirty="0"/>
        </a:p>
      </dsp:txBody>
      <dsp:txXfrm>
        <a:off x="7308342" y="713227"/>
        <a:ext cx="3203971" cy="344222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E27026-4264-4E1F-B86E-3A0E6228E8AF}">
      <dsp:nvSpPr>
        <dsp:cNvPr id="0" name=""/>
        <dsp:cNvSpPr/>
      </dsp:nvSpPr>
      <dsp:spPr>
        <a:xfrm>
          <a:off x="3286" y="60529"/>
          <a:ext cx="3203971" cy="79559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200" b="1" i="0" kern="1200" baseline="0"/>
            <a:t>Estado de cartera por región</a:t>
          </a:r>
          <a:endParaRPr lang="es-CO" sz="2200" kern="1200"/>
        </a:p>
      </dsp:txBody>
      <dsp:txXfrm>
        <a:off x="3286" y="60529"/>
        <a:ext cx="3203971" cy="795597"/>
      </dsp:txXfrm>
    </dsp:sp>
    <dsp:sp modelId="{C928181E-585C-4228-9E42-8ADC20EC9C07}">
      <dsp:nvSpPr>
        <dsp:cNvPr id="0" name=""/>
        <dsp:cNvSpPr/>
      </dsp:nvSpPr>
      <dsp:spPr>
        <a:xfrm>
          <a:off x="3286" y="856126"/>
          <a:ext cx="3203971" cy="3434681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348" tIns="117348" rIns="156464" bIns="176022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2200" b="0" i="0" kern="1200" baseline="0" dirty="0"/>
            <a:t>¿Cómo se distribuyen los documentos entre: </a:t>
          </a:r>
          <a:r>
            <a:rPr lang="es-CO" sz="2200" b="1" i="0" kern="1200" baseline="0" dirty="0"/>
            <a:t>Pagado</a:t>
          </a:r>
          <a:r>
            <a:rPr lang="es-CO" sz="2200" b="0" i="0" kern="1200" baseline="0" dirty="0"/>
            <a:t>, </a:t>
          </a:r>
          <a:r>
            <a:rPr lang="es-CO" sz="2200" b="1" i="0" kern="1200" baseline="0" dirty="0"/>
            <a:t>Vigente</a:t>
          </a:r>
          <a:r>
            <a:rPr lang="es-CO" sz="2200" b="0" i="0" kern="1200" baseline="0" dirty="0"/>
            <a:t> y </a:t>
          </a:r>
          <a:r>
            <a:rPr lang="es-CO" sz="2200" b="1" i="0" kern="1200" baseline="0" dirty="0"/>
            <a:t>En mora</a:t>
          </a:r>
          <a:r>
            <a:rPr lang="es-CO" sz="2200" b="0" i="0" kern="1200" baseline="0" dirty="0"/>
            <a:t> por región?</a:t>
          </a:r>
          <a:endParaRPr lang="es-CO" sz="2200" kern="1200" dirty="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2200" b="0" i="0" kern="1200" baseline="0" dirty="0"/>
            <a:t>¿Qué región presenta peor comportamiento (mayor saldo en mora / total cartera)?</a:t>
          </a:r>
          <a:endParaRPr lang="es-CO" sz="2200" kern="1200" dirty="0"/>
        </a:p>
      </dsp:txBody>
      <dsp:txXfrm>
        <a:off x="3286" y="856126"/>
        <a:ext cx="3203971" cy="3434681"/>
      </dsp:txXfrm>
    </dsp:sp>
    <dsp:sp modelId="{0B7C286F-0FAA-4BD4-BD77-C7BFB603ED4B}">
      <dsp:nvSpPr>
        <dsp:cNvPr id="0" name=""/>
        <dsp:cNvSpPr/>
      </dsp:nvSpPr>
      <dsp:spPr>
        <a:xfrm>
          <a:off x="3655814" y="60529"/>
          <a:ext cx="3203971" cy="795597"/>
        </a:xfrm>
        <a:prstGeom prst="rect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accent2">
              <a:hueOff val="3221807"/>
              <a:satOff val="-9246"/>
              <a:lumOff val="-1480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200" b="1" i="0" kern="1200" baseline="0"/>
            <a:t>Perfil de mora</a:t>
          </a:r>
          <a:endParaRPr lang="es-CO" sz="2200" kern="1200"/>
        </a:p>
      </dsp:txBody>
      <dsp:txXfrm>
        <a:off x="3655814" y="60529"/>
        <a:ext cx="3203971" cy="795597"/>
      </dsp:txXfrm>
    </dsp:sp>
    <dsp:sp modelId="{AAF0DBB7-057E-440D-BDC2-DC91B91B6CE8}">
      <dsp:nvSpPr>
        <dsp:cNvPr id="0" name=""/>
        <dsp:cNvSpPr/>
      </dsp:nvSpPr>
      <dsp:spPr>
        <a:xfrm>
          <a:off x="3655814" y="856126"/>
          <a:ext cx="3203971" cy="3434681"/>
        </a:xfrm>
        <a:prstGeom prst="rect">
          <a:avLst/>
        </a:prstGeom>
        <a:solidFill>
          <a:schemeClr val="accent2">
            <a:tint val="40000"/>
            <a:alpha val="90000"/>
            <a:hueOff val="3367359"/>
            <a:satOff val="-31116"/>
            <a:lumOff val="-3508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3367359"/>
              <a:satOff val="-31116"/>
              <a:lumOff val="-350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348" tIns="117348" rIns="156464" bIns="176022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2200" b="0" i="0" kern="1200" baseline="0" dirty="0"/>
            <a:t>Analiza la distribución de </a:t>
          </a:r>
          <a:r>
            <a:rPr lang="es-CO" sz="2200" b="1" i="0" kern="1200" baseline="0" dirty="0"/>
            <a:t>días de mora</a:t>
          </a:r>
          <a:r>
            <a:rPr lang="es-CO" sz="2200" b="0" i="0" kern="1200" baseline="0" dirty="0"/>
            <a:t>.</a:t>
          </a:r>
          <a:endParaRPr lang="es-CO" sz="2200" kern="1200" dirty="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2200" b="0" i="0" kern="1200" baseline="0" dirty="0"/>
            <a:t>¿Hay concentración particular (ej. más de 90 días)?</a:t>
          </a:r>
          <a:endParaRPr lang="es-CO" sz="2200" kern="1200" dirty="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2200" b="0" i="0" kern="1200" baseline="0" dirty="0"/>
            <a:t>¿Qué segmento de cliente tiene mayores problemas de pago?</a:t>
          </a:r>
          <a:endParaRPr lang="es-CO" sz="2200" kern="1200" dirty="0"/>
        </a:p>
      </dsp:txBody>
      <dsp:txXfrm>
        <a:off x="3655814" y="856126"/>
        <a:ext cx="3203971" cy="3434681"/>
      </dsp:txXfrm>
    </dsp:sp>
    <dsp:sp modelId="{2898A66A-F6C0-47EB-ADD4-3D3CEEC4B80A}">
      <dsp:nvSpPr>
        <dsp:cNvPr id="0" name=""/>
        <dsp:cNvSpPr/>
      </dsp:nvSpPr>
      <dsp:spPr>
        <a:xfrm>
          <a:off x="7308342" y="60529"/>
          <a:ext cx="3203971" cy="795597"/>
        </a:xfrm>
        <a:prstGeom prst="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200" b="1" i="0" kern="1200" baseline="0" dirty="0"/>
            <a:t>Relación ventas–cartera</a:t>
          </a:r>
          <a:endParaRPr lang="es-CO" sz="2200" kern="1200" dirty="0"/>
        </a:p>
      </dsp:txBody>
      <dsp:txXfrm>
        <a:off x="7308342" y="60529"/>
        <a:ext cx="3203971" cy="795597"/>
      </dsp:txXfrm>
    </dsp:sp>
    <dsp:sp modelId="{A3BDA1A7-5518-47BD-8763-AD9B8F721EAE}">
      <dsp:nvSpPr>
        <dsp:cNvPr id="0" name=""/>
        <dsp:cNvSpPr/>
      </dsp:nvSpPr>
      <dsp:spPr>
        <a:xfrm>
          <a:off x="7308342" y="856126"/>
          <a:ext cx="3203971" cy="3434681"/>
        </a:xfrm>
        <a:prstGeom prst="rect">
          <a:avLst/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348" tIns="117348" rIns="156464" bIns="176022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2200" b="0" i="0" kern="1200" baseline="0" dirty="0"/>
            <a:t>¿Los clientes con mayor venta histórica son también los que presentan </a:t>
          </a:r>
          <a:r>
            <a:rPr lang="es-CO" sz="2200" b="1" i="0" kern="1200" baseline="0" dirty="0"/>
            <a:t>mayor saldo en mora</a:t>
          </a:r>
          <a:r>
            <a:rPr lang="es-CO" sz="2200" b="0" i="0" kern="1200" baseline="0" dirty="0"/>
            <a:t>?</a:t>
          </a:r>
          <a:endParaRPr lang="es-CO" sz="2200" kern="1200" dirty="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2200" b="0" i="0" kern="1200" baseline="0" dirty="0"/>
            <a:t>Identifica clientes con alto margen histórico pero alto riesgo en cartera: ¿valen la pena?</a:t>
          </a:r>
          <a:endParaRPr lang="es-CO" sz="2200" kern="1200" dirty="0"/>
        </a:p>
      </dsp:txBody>
      <dsp:txXfrm>
        <a:off x="7308342" y="856126"/>
        <a:ext cx="3203971" cy="3434681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7B3020-85A4-40CE-8E13-03F21CAEFE2B}">
      <dsp:nvSpPr>
        <dsp:cNvPr id="0" name=""/>
        <dsp:cNvSpPr/>
      </dsp:nvSpPr>
      <dsp:spPr>
        <a:xfrm>
          <a:off x="3286" y="92942"/>
          <a:ext cx="3203971" cy="54720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77216" rIns="135128" bIns="77216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900" b="1" i="0" kern="1200" baseline="0"/>
            <a:t>Diagnóstico central</a:t>
          </a:r>
          <a:endParaRPr lang="es-CO" sz="1900" kern="1200"/>
        </a:p>
      </dsp:txBody>
      <dsp:txXfrm>
        <a:off x="3286" y="92942"/>
        <a:ext cx="3203971" cy="547200"/>
      </dsp:txXfrm>
    </dsp:sp>
    <dsp:sp modelId="{6A79F1D1-C5E9-4B85-B396-CB0F41727CD9}">
      <dsp:nvSpPr>
        <dsp:cNvPr id="0" name=""/>
        <dsp:cNvSpPr/>
      </dsp:nvSpPr>
      <dsp:spPr>
        <a:xfrm>
          <a:off x="3286" y="640142"/>
          <a:ext cx="3203971" cy="3618253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346" tIns="101346" rIns="135128" bIns="152019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900" b="0" i="0" kern="1200" baseline="0"/>
            <a:t>Si tuvieras que resumir en </a:t>
          </a:r>
          <a:r>
            <a:rPr lang="es-CO" sz="1900" b="1" i="0" kern="1200" baseline="0"/>
            <a:t>3 problemas críticos</a:t>
          </a:r>
          <a:r>
            <a:rPr lang="es-CO" sz="1900" b="0" i="0" kern="1200" baseline="0"/>
            <a:t> de negocio usando los datos:</a:t>
          </a:r>
          <a:endParaRPr lang="es-CO" sz="19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900" b="0" i="0" kern="1200" baseline="0"/>
            <a:t>¿Cuáles serían y cómo los evidenciarías con indicadores?</a:t>
          </a:r>
          <a:endParaRPr lang="es-CO" sz="1900" kern="1200"/>
        </a:p>
      </dsp:txBody>
      <dsp:txXfrm>
        <a:off x="3286" y="640142"/>
        <a:ext cx="3203971" cy="3618253"/>
      </dsp:txXfrm>
    </dsp:sp>
    <dsp:sp modelId="{C1122F9C-FF0C-4495-8FAF-3FDF3724114C}">
      <dsp:nvSpPr>
        <dsp:cNvPr id="0" name=""/>
        <dsp:cNvSpPr/>
      </dsp:nvSpPr>
      <dsp:spPr>
        <a:xfrm>
          <a:off x="3655814" y="92942"/>
          <a:ext cx="3203971" cy="547200"/>
        </a:xfrm>
        <a:prstGeom prst="rect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accent2">
              <a:hueOff val="3221807"/>
              <a:satOff val="-9246"/>
              <a:lumOff val="-1480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77216" rIns="135128" bIns="77216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900" b="1" i="0" kern="1200" baseline="0"/>
            <a:t>KPIs estratégicos</a:t>
          </a:r>
          <a:endParaRPr lang="es-CO" sz="1900" kern="1200"/>
        </a:p>
      </dsp:txBody>
      <dsp:txXfrm>
        <a:off x="3655814" y="92942"/>
        <a:ext cx="3203971" cy="547200"/>
      </dsp:txXfrm>
    </dsp:sp>
    <dsp:sp modelId="{A0BFEF25-9124-4773-95E9-DF5EB7E5E6C0}">
      <dsp:nvSpPr>
        <dsp:cNvPr id="0" name=""/>
        <dsp:cNvSpPr/>
      </dsp:nvSpPr>
      <dsp:spPr>
        <a:xfrm>
          <a:off x="3655814" y="640142"/>
          <a:ext cx="3203971" cy="3618253"/>
        </a:xfrm>
        <a:prstGeom prst="rect">
          <a:avLst/>
        </a:prstGeom>
        <a:solidFill>
          <a:schemeClr val="accent2">
            <a:tint val="40000"/>
            <a:alpha val="90000"/>
            <a:hueOff val="3367359"/>
            <a:satOff val="-31116"/>
            <a:lumOff val="-3508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3367359"/>
              <a:satOff val="-31116"/>
              <a:lumOff val="-350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346" tIns="101346" rIns="135128" bIns="152019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900" b="0" i="0" kern="1200" baseline="0"/>
            <a:t>Define un set de </a:t>
          </a:r>
          <a:r>
            <a:rPr lang="es-CO" sz="1900" b="1" i="0" kern="1200" baseline="0"/>
            <a:t>8–12 KPIs</a:t>
          </a:r>
          <a:r>
            <a:rPr lang="es-CO" sz="1900" b="0" i="0" kern="1200" baseline="0"/>
            <a:t> para la gerencia, incluyendo al menos:</a:t>
          </a:r>
          <a:endParaRPr lang="es-CO" sz="1900" kern="1200"/>
        </a:p>
        <a:p>
          <a:pPr marL="342900" lvl="2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900" b="0" i="0" kern="1200" baseline="0"/>
            <a:t>2 financieros</a:t>
          </a:r>
          <a:endParaRPr lang="es-CO" sz="1900" kern="1200"/>
        </a:p>
        <a:p>
          <a:pPr marL="342900" lvl="2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900" b="0" i="0" kern="1200" baseline="0"/>
            <a:t>2 comerciales</a:t>
          </a:r>
          <a:endParaRPr lang="es-CO" sz="1900" kern="1200"/>
        </a:p>
        <a:p>
          <a:pPr marL="342900" lvl="2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900" b="0" i="0" kern="1200" baseline="0"/>
            <a:t>2 de inventario / logística</a:t>
          </a:r>
          <a:endParaRPr lang="es-CO" sz="1900" kern="1200"/>
        </a:p>
        <a:p>
          <a:pPr marL="342900" lvl="2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900" b="0" i="0" kern="1200" baseline="0"/>
            <a:t>2 de riesgo de crédito</a:t>
          </a:r>
          <a:endParaRPr lang="es-CO" sz="1900" kern="1200"/>
        </a:p>
        <a:p>
          <a:pPr marL="342900" lvl="2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900" b="0" i="0" kern="1200" baseline="0"/>
            <a:t>Especifica qué tablas usas y cómo se calculan.</a:t>
          </a:r>
          <a:endParaRPr lang="es-CO" sz="1900" kern="1200"/>
        </a:p>
      </dsp:txBody>
      <dsp:txXfrm>
        <a:off x="3655814" y="640142"/>
        <a:ext cx="3203971" cy="3618253"/>
      </dsp:txXfrm>
    </dsp:sp>
    <dsp:sp modelId="{AAA525C2-CB58-4F44-8DAD-1A7EFD0370BA}">
      <dsp:nvSpPr>
        <dsp:cNvPr id="0" name=""/>
        <dsp:cNvSpPr/>
      </dsp:nvSpPr>
      <dsp:spPr>
        <a:xfrm>
          <a:off x="7308342" y="92942"/>
          <a:ext cx="3203971" cy="547200"/>
        </a:xfrm>
        <a:prstGeom prst="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77216" rIns="135128" bIns="77216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900" b="1" i="0" kern="1200" baseline="0"/>
            <a:t>Dashboards</a:t>
          </a:r>
          <a:endParaRPr lang="es-CO" sz="1900" kern="1200"/>
        </a:p>
      </dsp:txBody>
      <dsp:txXfrm>
        <a:off x="7308342" y="92942"/>
        <a:ext cx="3203971" cy="547200"/>
      </dsp:txXfrm>
    </dsp:sp>
    <dsp:sp modelId="{F4392250-8735-405A-A945-24DFBEFD7588}">
      <dsp:nvSpPr>
        <dsp:cNvPr id="0" name=""/>
        <dsp:cNvSpPr/>
      </dsp:nvSpPr>
      <dsp:spPr>
        <a:xfrm>
          <a:off x="7308342" y="640142"/>
          <a:ext cx="3203971" cy="3618253"/>
        </a:xfrm>
        <a:prstGeom prst="rect">
          <a:avLst/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346" tIns="101346" rIns="135128" bIns="152019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900" b="0" i="0" kern="1200" baseline="0"/>
            <a:t>Diseña la lógica de </a:t>
          </a:r>
          <a:r>
            <a:rPr lang="es-CO" sz="1900" b="1" i="0" kern="1200" baseline="0"/>
            <a:t>tres dashboards</a:t>
          </a:r>
          <a:r>
            <a:rPr lang="es-CO" sz="1900" b="0" i="0" kern="1200" baseline="0"/>
            <a:t>:</a:t>
          </a:r>
          <a:endParaRPr lang="es-CO" sz="19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900" b="0" i="0" kern="1200" baseline="0"/>
            <a:t>Dashboard Gerencial (visión general)</a:t>
          </a:r>
          <a:endParaRPr lang="es-CO" sz="19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900" b="0" i="0" kern="1200" baseline="0"/>
            <a:t>Dashboard Comercial (ventas, margen, clientes)</a:t>
          </a:r>
          <a:endParaRPr lang="es-CO" sz="19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900" b="0" i="0" kern="1200" baseline="0"/>
            <a:t>Dashboard Operativo (inventario, cartera)</a:t>
          </a:r>
          <a:endParaRPr lang="es-CO" sz="19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900" b="0" i="0" kern="1200" baseline="0"/>
            <a:t>¿Qué gráficos usarías y qué preguntas debe responder cada dashboard?</a:t>
          </a:r>
          <a:endParaRPr lang="es-CO" sz="1900" kern="1200"/>
        </a:p>
      </dsp:txBody>
      <dsp:txXfrm>
        <a:off x="7308342" y="640142"/>
        <a:ext cx="3203971" cy="3618253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835DF16-70C8-4A1B-BBFC-C3982ADFF854}">
      <dsp:nvSpPr>
        <dsp:cNvPr id="0" name=""/>
        <dsp:cNvSpPr/>
      </dsp:nvSpPr>
      <dsp:spPr>
        <a:xfrm>
          <a:off x="51" y="25906"/>
          <a:ext cx="4913783" cy="547200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77216" rIns="135128" bIns="77216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b="1" kern="1200"/>
            <a:t>Análisis avanzado / escenarios</a:t>
          </a:r>
          <a:endParaRPr lang="es-CO" sz="1900" kern="1200"/>
        </a:p>
      </dsp:txBody>
      <dsp:txXfrm>
        <a:off x="51" y="25906"/>
        <a:ext cx="4913783" cy="547200"/>
      </dsp:txXfrm>
    </dsp:sp>
    <dsp:sp modelId="{02630EFE-E799-44FA-8EC1-0FA4E1B75B75}">
      <dsp:nvSpPr>
        <dsp:cNvPr id="0" name=""/>
        <dsp:cNvSpPr/>
      </dsp:nvSpPr>
      <dsp:spPr>
        <a:xfrm>
          <a:off x="51" y="573106"/>
          <a:ext cx="4913783" cy="3753530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346" tIns="101346" rIns="135128" bIns="152019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900" kern="1200"/>
            <a:t>Formula un escenario tipo:</a:t>
          </a:r>
          <a:endParaRPr lang="es-CO" sz="1900" kern="1200"/>
        </a:p>
        <a:p>
          <a:pPr marL="342900" lvl="2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900" kern="1200"/>
            <a:t>“Si la TRM promedio aumenta 15% el próximo año”</a:t>
          </a:r>
          <a:endParaRPr lang="es-CO" sz="1900" kern="1200"/>
        </a:p>
        <a:p>
          <a:pPr marL="342900" lvl="2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900" kern="1200"/>
            <a:t>o “Si reducimos descuentos promedio en 5 puntos porcentuales”</a:t>
          </a:r>
          <a:endParaRPr lang="es-CO" sz="19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900" kern="1200"/>
            <a:t>¿Qué impacto esperas en ventas, margen y riesgo de cartera? (discusión argumentada, no tiene que ser un modelo perfecto).</a:t>
          </a:r>
          <a:endParaRPr lang="es-CO" sz="1900" kern="1200"/>
        </a:p>
      </dsp:txBody>
      <dsp:txXfrm>
        <a:off x="51" y="573106"/>
        <a:ext cx="4913783" cy="3753530"/>
      </dsp:txXfrm>
    </dsp:sp>
    <dsp:sp modelId="{08D21D12-2900-40C6-A9C0-B23C05906A24}">
      <dsp:nvSpPr>
        <dsp:cNvPr id="0" name=""/>
        <dsp:cNvSpPr/>
      </dsp:nvSpPr>
      <dsp:spPr>
        <a:xfrm>
          <a:off x="5601764" y="25906"/>
          <a:ext cx="4913783" cy="547200"/>
        </a:xfrm>
        <a:prstGeom prst="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accent5">
              <a:hueOff val="-12152150"/>
              <a:satOff val="-826"/>
              <a:lumOff val="196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77216" rIns="135128" bIns="77216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b="1" kern="1200"/>
            <a:t>Storytelling ejecutivo</a:t>
          </a:r>
          <a:endParaRPr lang="es-CO" sz="1900" kern="1200"/>
        </a:p>
      </dsp:txBody>
      <dsp:txXfrm>
        <a:off x="5601764" y="25906"/>
        <a:ext cx="4913783" cy="547200"/>
      </dsp:txXfrm>
    </dsp:sp>
    <dsp:sp modelId="{4C8B6B65-795B-4285-B497-FBA49F405347}">
      <dsp:nvSpPr>
        <dsp:cNvPr id="0" name=""/>
        <dsp:cNvSpPr/>
      </dsp:nvSpPr>
      <dsp:spPr>
        <a:xfrm>
          <a:off x="5601764" y="573106"/>
          <a:ext cx="4913783" cy="3753530"/>
        </a:xfrm>
        <a:prstGeom prst="rect">
          <a:avLst/>
        </a:prstGeom>
        <a:solidFill>
          <a:schemeClr val="accent5">
            <a:tint val="40000"/>
            <a:alpha val="90000"/>
            <a:hueOff val="-11944666"/>
            <a:satOff val="2667"/>
            <a:lumOff val="401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-11944666"/>
              <a:satOff val="2667"/>
              <a:lumOff val="40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346" tIns="101346" rIns="135128" bIns="152019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900" kern="1200"/>
            <a:t>Imagina que debes presentar un </a:t>
          </a:r>
          <a:r>
            <a:rPr lang="es-ES" sz="1900" b="1" kern="1200"/>
            <a:t>informe de 5 diapositivas</a:t>
          </a:r>
          <a:r>
            <a:rPr lang="es-ES" sz="1900" kern="1200"/>
            <a:t> a la alta gerencia:</a:t>
          </a:r>
          <a:endParaRPr lang="es-CO" sz="1900" kern="1200"/>
        </a:p>
        <a:p>
          <a:pPr marL="342900" lvl="2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900" kern="1200"/>
            <a:t>¿Qué historia contarías sobre el desempeño de Comercializadora Andina en estos dos años?</a:t>
          </a:r>
          <a:endParaRPr lang="es-CO" sz="1900" kern="1200"/>
        </a:p>
        <a:p>
          <a:pPr marL="342900" lvl="2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900" kern="1200"/>
            <a:t>¿Qué decisiones estratégicas recomendarías en:</a:t>
          </a:r>
          <a:endParaRPr lang="es-CO" sz="1900" kern="1200"/>
        </a:p>
        <a:p>
          <a:pPr marL="514350" lvl="3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900" kern="1200"/>
            <a:t>Portafolio</a:t>
          </a:r>
          <a:endParaRPr lang="es-CO" sz="1900" kern="1200"/>
        </a:p>
        <a:p>
          <a:pPr marL="514350" lvl="3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900" kern="1200"/>
            <a:t>Regiones</a:t>
          </a:r>
          <a:endParaRPr lang="es-CO" sz="1900" kern="1200"/>
        </a:p>
        <a:p>
          <a:pPr marL="514350" lvl="3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900" kern="1200"/>
            <a:t>Política de descuentos</a:t>
          </a:r>
          <a:endParaRPr lang="es-CO" sz="1900" kern="1200"/>
        </a:p>
        <a:p>
          <a:pPr marL="514350" lvl="3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900" kern="1200"/>
            <a:t>Gestión de inventarios</a:t>
          </a:r>
          <a:endParaRPr lang="es-CO" sz="1900" kern="1200"/>
        </a:p>
        <a:p>
          <a:pPr marL="514350" lvl="3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900" kern="1200"/>
            <a:t>Gestión de cartera?</a:t>
          </a:r>
          <a:endParaRPr lang="es-CO" sz="1900" kern="1200"/>
        </a:p>
      </dsp:txBody>
      <dsp:txXfrm>
        <a:off x="5601764" y="573106"/>
        <a:ext cx="4913783" cy="375353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ChevronBlockProcess">
  <dgm:title val="Chevron Block Process"/>
  <dgm:desc val="Use to show a progression; a timeline; sequential steps in a task, process, or workflow; or to emphasize movement or direction. Level 1 text appears inside an arrow shape while Level 2 text appears below the arrow shapes."/>
  <dgm:catLst>
    <dgm:cat type="process" pri="5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 fact="0.6"/>
      <dgm:constr type="h" for="des" forName="composite" op="equ"/>
      <dgm:constr type="w" for="ch" forName="composite" refType="w"/>
      <dgm:constr type="w" for="des" forName="parTx"/>
      <dgm:constr type="h" for="des" forName="parTx" op="equ"/>
      <dgm:constr type="w" for="des" forName="desTx"/>
      <dgm:constr type="primFontSz" for="des" forName="parTx" val="28"/>
      <dgm:constr type="primFontSz" for="des" forName="desTx" refType="primFontSz" refFor="des" refForName="parTx" op="lte" fact="0.75"/>
      <dgm:constr type="h" for="des" forName="desTx" op="equ"/>
      <dgm:constr type="w" for="ch" forName="space" refType="w" op="equ" fact="-0.005"/>
    </dgm:constrLst>
    <dgm:ruleLst>
      <dgm:rule type="w" for="ch" forName="composite" val="0" fact="NaN" max="NaN"/>
    </dgm:ruleLst>
    <dgm:forEach name="Name6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7">
          <dgm:if name="Name8" func="var" arg="dir" op="equ" val="norm">
            <dgm:constrLst>
              <dgm:constr type="l" for="ch" forName="parTx"/>
              <dgm:constr type="w" for="ch" forName="parTx" refType="w"/>
              <dgm:constr type="t" for="ch" forName="parTx"/>
              <dgm:constr type="l" for="ch" forName="desTx"/>
              <dgm:constr type="w" for="ch" forName="desTx" refType="w" refFor="ch" refForName="parTx" fact="0.91"/>
              <dgm:constr type="t" for="ch" forName="desTx" refType="h" refFor="ch" refForName="parTx"/>
            </dgm:constrLst>
          </dgm:if>
          <dgm:else name="Name9">
            <dgm:constrLst>
              <dgm:constr type="l" for="ch" forName="parTx"/>
              <dgm:constr type="w" for="ch" forName="parTx" refType="w"/>
              <dgm:constr type="t" for="ch" forName="parTx"/>
              <dgm:constr type="l" for="ch" forName="desTx" refType="w" fact="0.09"/>
              <dgm:constr type="w" for="ch" forName="desTx" refType="w" refFor="ch" refForName="parTx" fact="0.91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 styleLbl="alignNode1">
          <dgm:varLst>
            <dgm:chMax val="0"/>
            <dgm:chPref val="0"/>
          </dgm:varLst>
          <dgm:alg type="tx"/>
          <dgm:choose name="Name10">
            <dgm:if name="Name11" func="var" arg="dir" op="equ" val="norm">
              <dgm:shape xmlns:r="http://schemas.openxmlformats.org/officeDocument/2006/relationships" type="chevron" r:blip="">
                <dgm:adjLst>
                  <dgm:adj idx="1" val="0.3"/>
                </dgm:adjLst>
              </dgm:shape>
            </dgm:if>
            <dgm:else name="Name12">
              <dgm:shape xmlns:r="http://schemas.openxmlformats.org/officeDocument/2006/relationships" rot="180" type="chevron" r:blip="">
                <dgm:adjLst/>
              </dgm:shape>
            </dgm:else>
          </dgm:choose>
          <dgm:presOf axis="self" ptType="node"/>
          <dgm:choose name="Name13">
            <dgm:if name="Name14" func="var" arg="dir" op="equ" val="norm">
              <dgm:constrLst>
                <dgm:constr type="h" refType="w" op="lte" fact="0.3"/>
                <dgm:constr type="h"/>
                <dgm:constr type="tMarg" refType="w" fact="0.105"/>
                <dgm:constr type="bMarg" refType="w" fact="0.105"/>
                <dgm:constr type="lMarg" refType="w" fact="0.105"/>
                <dgm:constr type="rMarg" refType="w" fact="0.105"/>
              </dgm:constrLst>
            </dgm:if>
            <dgm:else name="Name15">
              <dgm:constrLst>
                <dgm:constr type="h" refType="w" op="lte" fact="0.3"/>
                <dgm:constr type="h"/>
                <dgm:constr type="tMarg" refType="w" fact="0.105"/>
                <dgm:constr type="bMarg" refType="w" fact="0.105"/>
                <dgm:constr type="lMarg" refType="w" fact="0.105"/>
                <dgm:constr type="rMarg" refType="w" fact="0.105"/>
              </dgm:constrLst>
            </dgm:else>
          </dgm:choose>
          <dgm:ruleLst>
            <dgm:rule type="h" val="INF" fact="NaN" max="NaN"/>
            <dgm:rule type="primFontSz" val="14" fact="NaN" max="NaN"/>
          </dgm:ruleLst>
        </dgm:layoutNode>
        <dgm:layoutNode name="desTx" styleLbl="alignAccFollowNode1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primFontSz" val="20"/>
            <dgm:constr type="tMarg" refType="w" fact="0.224"/>
            <dgm:constr type="bMarg" refType="w" fact="0.448"/>
            <dgm:constr type="lMarg" refType="w" fact="0.224"/>
            <dgm:constr type="rMarg" refType="w" fact="0.224"/>
          </dgm:constrLst>
          <dgm:ruleLst>
            <dgm:rule type="h" val="INF" fact="NaN" max="NaN"/>
            <dgm:rule type="primFontSz" val="11" fact="NaN" max="NaN"/>
          </dgm:ruleLst>
        </dgm:layoutNode>
      </dgm:layoutNode>
      <dgm:forEach name="Name19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D2F02A-2F7F-2135-EDB0-26C1B054C5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1C6A1BB-7076-DF39-0D9E-0C80B7A1CC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0D722D3-DDF7-0F9C-87E8-9155B14953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709BE-F9DA-4753-A53B-98306D55FECA}" type="datetimeFigureOut">
              <a:rPr lang="es-CO" smtClean="0"/>
              <a:t>28/11/2025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775B129-F597-FEE5-52D4-0FA85B4DF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169AD1A-F560-BD89-24F3-34F6B7D32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CCB73-CBDC-4035-B9F5-D3AC39FA2D5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35873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E89B4F-80C3-17A5-8FC5-7E95F0553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0D7D18F-ED79-F6FC-BC78-9AA23BED7C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4DE8725-E46F-0F27-6569-77AADB0DD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709BE-F9DA-4753-A53B-98306D55FECA}" type="datetimeFigureOut">
              <a:rPr lang="es-CO" smtClean="0"/>
              <a:t>28/11/2025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E8DE1EA-9D24-61A7-5EFC-3D2783DB3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D4E478E-DE55-B902-B99C-CE67AEDC3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CCB73-CBDC-4035-B9F5-D3AC39FA2D5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161283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502AFE-D77F-6459-9924-701067201A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0A66F7B-9D2A-6BAA-7F9B-659C931A56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C63559F-C48A-222D-879D-EB84CD963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709BE-F9DA-4753-A53B-98306D55FECA}" type="datetimeFigureOut">
              <a:rPr lang="es-CO" smtClean="0"/>
              <a:t>28/11/2025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0645A87-52E8-78B3-808A-67228E2B7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2D1FE14-7633-DBA0-0433-DC89E2935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CCB73-CBDC-4035-B9F5-D3AC39FA2D5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72893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88C2DE-2FD8-37AF-5849-C8CCF394C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5F534C3-7BD2-75B3-880A-A473332B1C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FB098B7-2BF1-0CCD-2DD5-6508190801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53060BE-025E-3A92-1F3B-B89897926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709BE-F9DA-4753-A53B-98306D55FECA}" type="datetimeFigureOut">
              <a:rPr lang="es-CO" smtClean="0"/>
              <a:t>28/11/2025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47284E1-8B50-9FE9-11C2-6D1371DD0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84C04DE-A555-4E4A-A4AD-C17BC3655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CCB73-CBDC-4035-B9F5-D3AC39FA2D5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5036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138BF5-83A6-EE03-C952-DCB499E9C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C1794B7-3CB0-A7AD-32AF-F27CE86449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18D1852-F6E8-593E-7AD1-BEB4E0E3B7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3870A39-D104-B76D-025B-02BB27B87F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1A6E6B5-1D44-07B1-DBB8-AAF7508231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344B433-8125-C5D9-1258-B4797B131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709BE-F9DA-4753-A53B-98306D55FECA}" type="datetimeFigureOut">
              <a:rPr lang="es-CO" smtClean="0"/>
              <a:t>28/11/2025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001BBA7-7FB5-3019-CE51-922A43DD1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87A81D8-CB9F-D881-D271-05B879E54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CCB73-CBDC-4035-B9F5-D3AC39FA2D5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13603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A3820B-981D-A7B5-A0DC-9355B7195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803FCDE-D5A4-EF46-0DE1-828BF3659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709BE-F9DA-4753-A53B-98306D55FECA}" type="datetimeFigureOut">
              <a:rPr lang="es-CO" smtClean="0"/>
              <a:t>28/11/2025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04D5BEE-BC0C-4098-F4D6-B6448D711D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4F5B7C7-8208-A7DD-F3A9-19891B799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CCB73-CBDC-4035-B9F5-D3AC39FA2D5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100104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F0BFB14-11F2-F5F7-768A-8D101F763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709BE-F9DA-4753-A53B-98306D55FECA}" type="datetimeFigureOut">
              <a:rPr lang="es-CO" smtClean="0"/>
              <a:t>28/11/2025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9E27F7C-8728-4763-467B-0ADDD4609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960F412-B1D2-3F51-9EDD-B4F684CC3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CCB73-CBDC-4035-B9F5-D3AC39FA2D5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359539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DDF890-E2B2-DC42-4CCC-2C36E1C9E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51B32C7-4957-6341-7B04-7D550D6E24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ACDB86B-76C8-F933-E004-3D79CB393C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04DB94D-CC24-ECF7-9103-13DD5EE15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709BE-F9DA-4753-A53B-98306D55FECA}" type="datetimeFigureOut">
              <a:rPr lang="es-CO" smtClean="0"/>
              <a:t>28/11/2025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D85C5F2-609F-C906-9355-CB78C7041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5751DCC-F1AC-DAE0-402F-33B0E14A9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CCB73-CBDC-4035-B9F5-D3AC39FA2D5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291221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0A778F-6593-5A5D-E543-8C041D9B15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5C6001CD-9AF8-6C47-57C5-C7AB0449F5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2DA1D99-84FE-5179-30FE-A1F7DC8265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6A3DE6-0F94-2568-C688-5EA55FDA9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709BE-F9DA-4753-A53B-98306D55FECA}" type="datetimeFigureOut">
              <a:rPr lang="es-CO" smtClean="0"/>
              <a:t>28/11/2025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1EF8DE8-8A29-BAC0-7B6A-A9A00F1E5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AE2FF90-4395-011B-7DBF-FE6531BE3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CCB73-CBDC-4035-B9F5-D3AC39FA2D5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161412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8B2825-3FD0-9B80-D81E-31B586694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4D2BFC2-53AF-0B41-F7F9-8C0353715C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49F0EBF-08D1-7CE9-CBC1-32C6E01C6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709BE-F9DA-4753-A53B-98306D55FECA}" type="datetimeFigureOut">
              <a:rPr lang="es-CO" smtClean="0"/>
              <a:t>28/11/2025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C6E7AE7-C310-A3FF-BEF2-E84836C0B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80EDCCA-BFBE-6850-6CC0-17D7C34B9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CCB73-CBDC-4035-B9F5-D3AC39FA2D5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47778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750CA54-2971-785F-4111-384717769F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6A209FE-1D72-529E-B24A-C1508A7659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6198DE0-D616-2746-AB94-0646362BD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709BE-F9DA-4753-A53B-98306D55FECA}" type="datetimeFigureOut">
              <a:rPr lang="es-CO" smtClean="0"/>
              <a:t>28/11/2025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14767E1-2A39-E016-4A70-C2E1296E2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8EE2421-8EE9-C8C5-3A94-BEFCCE580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CCB73-CBDC-4035-B9F5-D3AC39FA2D5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92435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D1A62C72-B6FE-453A-FD98-230D868B1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20473EB-E1BF-99CF-E325-D24C682A50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8266595-BF14-6355-EB1F-E6BCB1AFFA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9709BE-F9DA-4753-A53B-98306D55FECA}" type="datetimeFigureOut">
              <a:rPr lang="es-CO" smtClean="0"/>
              <a:t>28/11/2025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779B7CD-D716-A719-0E31-F5BA7D2231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E860CB5-F144-DF4E-FE3F-84D5DA24CB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4CCB73-CBDC-4035-B9F5-D3AC39FA2D5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13915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Dos alpacas marrón">
            <a:extLst>
              <a:ext uri="{FF2B5EF4-FFF2-40B4-BE49-F238E27FC236}">
                <a16:creationId xmlns:a16="http://schemas.microsoft.com/office/drawing/2014/main" id="{15E8CD8F-9654-394F-D476-4A2BE6F6508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t="5708" b="10023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B0222B5-B739-82A9-5CCC-C5585AE12A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344663" y="-4344657"/>
            <a:ext cx="3512260" cy="12201589"/>
          </a:xfrm>
          <a:prstGeom prst="rect">
            <a:avLst/>
          </a:prstGeom>
          <a:gradFill flip="none" rotWithShape="1">
            <a:gsLst>
              <a:gs pos="10000">
                <a:srgbClr val="000000">
                  <a:alpha val="0"/>
                </a:srgbClr>
              </a:gs>
              <a:gs pos="66000">
                <a:srgbClr val="000000">
                  <a:alpha val="46000"/>
                </a:srgbClr>
              </a:gs>
              <a:gs pos="100000">
                <a:srgbClr val="000000">
                  <a:alpha val="60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00B1F10-5E0C-B272-0CDD-5FF2477A00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1137434"/>
            <a:ext cx="10150510" cy="1520987"/>
          </a:xfrm>
        </p:spPr>
        <p:txBody>
          <a:bodyPr anchor="t">
            <a:noAutofit/>
          </a:bodyPr>
          <a:lstStyle/>
          <a:p>
            <a:pPr algn="l"/>
            <a:r>
              <a:rPr lang="es-CO" sz="4800" dirty="0">
                <a:solidFill>
                  <a:srgbClr val="FFFFFF"/>
                </a:solidFill>
              </a:rPr>
              <a:t>Caso: Comercializadora Andina S.A.S.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BE23E75-E7E9-4D9F-6D25-5512363F86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878570" y="-449383"/>
            <a:ext cx="2425271" cy="12201588"/>
          </a:xfrm>
          <a:prstGeom prst="rect">
            <a:avLst/>
          </a:prstGeom>
          <a:gradFill flip="none" rotWithShape="1">
            <a:gsLst>
              <a:gs pos="10000">
                <a:srgbClr val="000000">
                  <a:alpha val="0"/>
                </a:srgbClr>
              </a:gs>
              <a:gs pos="66000">
                <a:srgbClr val="000000">
                  <a:alpha val="35000"/>
                </a:srgbClr>
              </a:gs>
              <a:gs pos="100000">
                <a:srgbClr val="000000">
                  <a:alpha val="45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44675A4-9A81-DC7E-138F-608BD6A991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4293441"/>
            <a:ext cx="6295332" cy="1588514"/>
          </a:xfrm>
        </p:spPr>
        <p:txBody>
          <a:bodyPr anchor="b">
            <a:noAutofit/>
          </a:bodyPr>
          <a:lstStyle/>
          <a:p>
            <a:pPr algn="l"/>
            <a:endParaRPr lang="es-CO" sz="3200" dirty="0">
              <a:solidFill>
                <a:srgbClr val="FFFFFF"/>
              </a:solidFill>
            </a:endParaRPr>
          </a:p>
          <a:p>
            <a:pPr algn="l"/>
            <a:r>
              <a:rPr lang="es-CO" sz="3200" dirty="0">
                <a:solidFill>
                  <a:srgbClr val="FFFFFF"/>
                </a:solidFill>
              </a:rPr>
              <a:t>Profesor: Jorge Ortega</a:t>
            </a:r>
          </a:p>
          <a:p>
            <a:pPr algn="l"/>
            <a:r>
              <a:rPr lang="es-CO" sz="3200" dirty="0">
                <a:solidFill>
                  <a:srgbClr val="FFFFFF"/>
                </a:solidFill>
              </a:rPr>
              <a:t>Inteligencia de Negocios 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1B115DB-65EB-3FC3-7284-CFDF4ADC60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8871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9A36457-A5F4-4103-A443-02581C091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C5FB7E8-B636-40FA-BE8D-48145C0F5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"/>
            <a:ext cx="12192000" cy="2295238"/>
          </a:xfrm>
          <a:custGeom>
            <a:avLst/>
            <a:gdLst>
              <a:gd name="connsiteX0" fmla="*/ 12160143 w 12192000"/>
              <a:gd name="connsiteY0" fmla="*/ 831692 h 2079137"/>
              <a:gd name="connsiteX1" fmla="*/ 12159112 w 12192000"/>
              <a:gd name="connsiteY1" fmla="*/ 833361 h 2079137"/>
              <a:gd name="connsiteX2" fmla="*/ 12158912 w 12192000"/>
              <a:gd name="connsiteY2" fmla="*/ 832430 h 2079137"/>
              <a:gd name="connsiteX3" fmla="*/ 0 w 12192000"/>
              <a:gd name="connsiteY3" fmla="*/ 0 h 2079137"/>
              <a:gd name="connsiteX4" fmla="*/ 12192000 w 12192000"/>
              <a:gd name="connsiteY4" fmla="*/ 0 h 2079137"/>
              <a:gd name="connsiteX5" fmla="*/ 12192000 w 12192000"/>
              <a:gd name="connsiteY5" fmla="*/ 558063 h 2079137"/>
              <a:gd name="connsiteX6" fmla="*/ 12189259 w 12192000"/>
              <a:gd name="connsiteY6" fmla="*/ 810508 h 2079137"/>
              <a:gd name="connsiteX7" fmla="*/ 12170847 w 12192000"/>
              <a:gd name="connsiteY7" fmla="*/ 825280 h 2079137"/>
              <a:gd name="connsiteX8" fmla="*/ 12160143 w 12192000"/>
              <a:gd name="connsiteY8" fmla="*/ 831692 h 2079137"/>
              <a:gd name="connsiteX9" fmla="*/ 12163806 w 12192000"/>
              <a:gd name="connsiteY9" fmla="*/ 825759 h 2079137"/>
              <a:gd name="connsiteX10" fmla="*/ 12056557 w 12192000"/>
              <a:gd name="connsiteY10" fmla="*/ 810176 h 2079137"/>
              <a:gd name="connsiteX11" fmla="*/ 11900316 w 12192000"/>
              <a:gd name="connsiteY11" fmla="*/ 789618 h 2079137"/>
              <a:gd name="connsiteX12" fmla="*/ 11791206 w 12192000"/>
              <a:gd name="connsiteY12" fmla="*/ 824176 h 2079137"/>
              <a:gd name="connsiteX13" fmla="*/ 11659257 w 12192000"/>
              <a:gd name="connsiteY13" fmla="*/ 800841 h 2079137"/>
              <a:gd name="connsiteX14" fmla="*/ 11569789 w 12192000"/>
              <a:gd name="connsiteY14" fmla="*/ 797135 h 2079137"/>
              <a:gd name="connsiteX15" fmla="*/ 11367885 w 12192000"/>
              <a:gd name="connsiteY15" fmla="*/ 791985 h 2079137"/>
              <a:gd name="connsiteX16" fmla="*/ 11174663 w 12192000"/>
              <a:gd name="connsiteY16" fmla="*/ 788721 h 2079137"/>
              <a:gd name="connsiteX17" fmla="*/ 11068220 w 12192000"/>
              <a:gd name="connsiteY17" fmla="*/ 786994 h 2079137"/>
              <a:gd name="connsiteX18" fmla="*/ 10893266 w 12192000"/>
              <a:gd name="connsiteY18" fmla="*/ 794013 h 2079137"/>
              <a:gd name="connsiteX19" fmla="*/ 10844025 w 12192000"/>
              <a:gd name="connsiteY19" fmla="*/ 789857 h 2079137"/>
              <a:gd name="connsiteX20" fmla="*/ 10814353 w 12192000"/>
              <a:gd name="connsiteY20" fmla="*/ 789010 h 2079137"/>
              <a:gd name="connsiteX21" fmla="*/ 10748393 w 12192000"/>
              <a:gd name="connsiteY21" fmla="*/ 806738 h 2079137"/>
              <a:gd name="connsiteX22" fmla="*/ 10468256 w 12192000"/>
              <a:gd name="connsiteY22" fmla="*/ 778733 h 2079137"/>
              <a:gd name="connsiteX23" fmla="*/ 10256131 w 12192000"/>
              <a:gd name="connsiteY23" fmla="*/ 788332 h 2079137"/>
              <a:gd name="connsiteX24" fmla="*/ 10177442 w 12192000"/>
              <a:gd name="connsiteY24" fmla="*/ 777371 h 2079137"/>
              <a:gd name="connsiteX25" fmla="*/ 10006086 w 12192000"/>
              <a:gd name="connsiteY25" fmla="*/ 792651 h 2079137"/>
              <a:gd name="connsiteX26" fmla="*/ 9952382 w 12192000"/>
              <a:gd name="connsiteY26" fmla="*/ 815411 h 2079137"/>
              <a:gd name="connsiteX27" fmla="*/ 9926457 w 12192000"/>
              <a:gd name="connsiteY27" fmla="*/ 827295 h 2079137"/>
              <a:gd name="connsiteX28" fmla="*/ 9843405 w 12192000"/>
              <a:gd name="connsiteY28" fmla="*/ 867046 h 2079137"/>
              <a:gd name="connsiteX29" fmla="*/ 9830866 w 12192000"/>
              <a:gd name="connsiteY29" fmla="*/ 875047 h 2079137"/>
              <a:gd name="connsiteX30" fmla="*/ 9801807 w 12192000"/>
              <a:gd name="connsiteY30" fmla="*/ 872272 h 2079137"/>
              <a:gd name="connsiteX31" fmla="*/ 9785653 w 12192000"/>
              <a:gd name="connsiteY31" fmla="*/ 861743 h 2079137"/>
              <a:gd name="connsiteX32" fmla="*/ 9781177 w 12192000"/>
              <a:gd name="connsiteY32" fmla="*/ 864820 h 2079137"/>
              <a:gd name="connsiteX33" fmla="*/ 9768640 w 12192000"/>
              <a:gd name="connsiteY33" fmla="*/ 869379 h 2079137"/>
              <a:gd name="connsiteX34" fmla="*/ 9712211 w 12192000"/>
              <a:gd name="connsiteY34" fmla="*/ 900283 h 2079137"/>
              <a:gd name="connsiteX35" fmla="*/ 9689465 w 12192000"/>
              <a:gd name="connsiteY35" fmla="*/ 899268 h 2079137"/>
              <a:gd name="connsiteX36" fmla="*/ 9600339 w 12192000"/>
              <a:gd name="connsiteY36" fmla="*/ 922112 h 2079137"/>
              <a:gd name="connsiteX37" fmla="*/ 9582850 w 12192000"/>
              <a:gd name="connsiteY37" fmla="*/ 925510 h 2079137"/>
              <a:gd name="connsiteX38" fmla="*/ 9549638 w 12192000"/>
              <a:gd name="connsiteY38" fmla="*/ 940845 h 2079137"/>
              <a:gd name="connsiteX39" fmla="*/ 9539471 w 12192000"/>
              <a:gd name="connsiteY39" fmla="*/ 941799 h 2079137"/>
              <a:gd name="connsiteX40" fmla="*/ 9505592 w 12192000"/>
              <a:gd name="connsiteY40" fmla="*/ 955533 h 2079137"/>
              <a:gd name="connsiteX41" fmla="*/ 9432569 w 12192000"/>
              <a:gd name="connsiteY41" fmla="*/ 985377 h 2079137"/>
              <a:gd name="connsiteX42" fmla="*/ 9414216 w 12192000"/>
              <a:gd name="connsiteY42" fmla="*/ 992655 h 2079137"/>
              <a:gd name="connsiteX43" fmla="*/ 9397106 w 12192000"/>
              <a:gd name="connsiteY43" fmla="*/ 992980 h 2079137"/>
              <a:gd name="connsiteX44" fmla="*/ 9305108 w 12192000"/>
              <a:gd name="connsiteY44" fmla="*/ 1007767 h 2079137"/>
              <a:gd name="connsiteX45" fmla="*/ 9282434 w 12192000"/>
              <a:gd name="connsiteY45" fmla="*/ 1007523 h 2079137"/>
              <a:gd name="connsiteX46" fmla="*/ 9271941 w 12192000"/>
              <a:gd name="connsiteY46" fmla="*/ 1002839 h 2079137"/>
              <a:gd name="connsiteX47" fmla="*/ 9238227 w 12192000"/>
              <a:gd name="connsiteY47" fmla="*/ 1017668 h 2079137"/>
              <a:gd name="connsiteX48" fmla="*/ 9184265 w 12192000"/>
              <a:gd name="connsiteY48" fmla="*/ 1031275 h 2079137"/>
              <a:gd name="connsiteX49" fmla="*/ 9159000 w 12192000"/>
              <a:gd name="connsiteY49" fmla="*/ 1039569 h 2079137"/>
              <a:gd name="connsiteX50" fmla="*/ 9137031 w 12192000"/>
              <a:gd name="connsiteY50" fmla="*/ 1038699 h 2079137"/>
              <a:gd name="connsiteX51" fmla="*/ 9015702 w 12192000"/>
              <a:gd name="connsiteY51" fmla="*/ 1051400 h 2079137"/>
              <a:gd name="connsiteX52" fmla="*/ 8971403 w 12192000"/>
              <a:gd name="connsiteY52" fmla="*/ 1040542 h 2079137"/>
              <a:gd name="connsiteX53" fmla="*/ 8961826 w 12192000"/>
              <a:gd name="connsiteY53" fmla="*/ 1045364 h 2079137"/>
              <a:gd name="connsiteX54" fmla="*/ 8888623 w 12192000"/>
              <a:gd name="connsiteY54" fmla="*/ 1053908 h 2079137"/>
              <a:gd name="connsiteX55" fmla="*/ 8841066 w 12192000"/>
              <a:gd name="connsiteY55" fmla="*/ 1060421 h 2079137"/>
              <a:gd name="connsiteX56" fmla="*/ 8752342 w 12192000"/>
              <a:gd name="connsiteY56" fmla="*/ 1080646 h 2079137"/>
              <a:gd name="connsiteX57" fmla="*/ 8699139 w 12192000"/>
              <a:gd name="connsiteY57" fmla="*/ 1087885 h 2079137"/>
              <a:gd name="connsiteX58" fmla="*/ 8667273 w 12192000"/>
              <a:gd name="connsiteY58" fmla="*/ 1092062 h 2079137"/>
              <a:gd name="connsiteX59" fmla="*/ 8586064 w 12192000"/>
              <a:gd name="connsiteY59" fmla="*/ 1114603 h 2079137"/>
              <a:gd name="connsiteX60" fmla="*/ 8460312 w 12192000"/>
              <a:gd name="connsiteY60" fmla="*/ 1179878 h 2079137"/>
              <a:gd name="connsiteX61" fmla="*/ 8419023 w 12192000"/>
              <a:gd name="connsiteY61" fmla="*/ 1191748 h 2079137"/>
              <a:gd name="connsiteX62" fmla="*/ 8410939 w 12192000"/>
              <a:gd name="connsiteY62" fmla="*/ 1189696 h 2079137"/>
              <a:gd name="connsiteX63" fmla="*/ 8362040 w 12192000"/>
              <a:gd name="connsiteY63" fmla="*/ 1220820 h 2079137"/>
              <a:gd name="connsiteX64" fmla="*/ 8273677 w 12192000"/>
              <a:gd name="connsiteY64" fmla="*/ 1236495 h 2079137"/>
              <a:gd name="connsiteX65" fmla="*/ 8204283 w 12192000"/>
              <a:gd name="connsiteY65" fmla="*/ 1243537 h 2079137"/>
              <a:gd name="connsiteX66" fmla="*/ 8166550 w 12192000"/>
              <a:gd name="connsiteY66" fmla="*/ 1249551 h 2079137"/>
              <a:gd name="connsiteX67" fmla="*/ 8137785 w 12192000"/>
              <a:gd name="connsiteY67" fmla="*/ 1251636 h 2079137"/>
              <a:gd name="connsiteX68" fmla="*/ 8071596 w 12192000"/>
              <a:gd name="connsiteY68" fmla="*/ 1269274 h 2079137"/>
              <a:gd name="connsiteX69" fmla="*/ 7964816 w 12192000"/>
              <a:gd name="connsiteY69" fmla="*/ 1303668 h 2079137"/>
              <a:gd name="connsiteX70" fmla="*/ 7941495 w 12192000"/>
              <a:gd name="connsiteY70" fmla="*/ 1309821 h 2079137"/>
              <a:gd name="connsiteX71" fmla="*/ 7919123 w 12192000"/>
              <a:gd name="connsiteY71" fmla="*/ 1310466 h 2079137"/>
              <a:gd name="connsiteX72" fmla="*/ 7911902 w 12192000"/>
              <a:gd name="connsiteY72" fmla="*/ 1306569 h 2079137"/>
              <a:gd name="connsiteX73" fmla="*/ 7898703 w 12192000"/>
              <a:gd name="connsiteY73" fmla="*/ 1309208 h 2079137"/>
              <a:gd name="connsiteX74" fmla="*/ 7894703 w 12192000"/>
              <a:gd name="connsiteY74" fmla="*/ 1308939 h 2079137"/>
              <a:gd name="connsiteX75" fmla="*/ 7872267 w 12192000"/>
              <a:gd name="connsiteY75" fmla="*/ 1308370 h 2079137"/>
              <a:gd name="connsiteX76" fmla="*/ 7836454 w 12192000"/>
              <a:gd name="connsiteY76" fmla="*/ 1331265 h 2079137"/>
              <a:gd name="connsiteX77" fmla="*/ 7782451 w 12192000"/>
              <a:gd name="connsiteY77" fmla="*/ 1339601 h 2079137"/>
              <a:gd name="connsiteX78" fmla="*/ 7542969 w 12192000"/>
              <a:gd name="connsiteY78" fmla="*/ 1372495 h 2079137"/>
              <a:gd name="connsiteX79" fmla="*/ 7476832 w 12192000"/>
              <a:gd name="connsiteY79" fmla="*/ 1431655 h 2079137"/>
              <a:gd name="connsiteX80" fmla="*/ 7370237 w 12192000"/>
              <a:gd name="connsiteY80" fmla="*/ 1474339 h 2079137"/>
              <a:gd name="connsiteX81" fmla="*/ 7222223 w 12192000"/>
              <a:gd name="connsiteY81" fmla="*/ 1510199 h 2079137"/>
              <a:gd name="connsiteX82" fmla="*/ 7215703 w 12192000"/>
              <a:gd name="connsiteY82" fmla="*/ 1520424 h 2079137"/>
              <a:gd name="connsiteX83" fmla="*/ 7204548 w 12192000"/>
              <a:gd name="connsiteY83" fmla="*/ 1528145 h 2079137"/>
              <a:gd name="connsiteX84" fmla="*/ 7202038 w 12192000"/>
              <a:gd name="connsiteY84" fmla="*/ 1527954 h 2079137"/>
              <a:gd name="connsiteX85" fmla="*/ 7173860 w 12192000"/>
              <a:gd name="connsiteY85" fmla="*/ 1541605 h 2079137"/>
              <a:gd name="connsiteX86" fmla="*/ 7155079 w 12192000"/>
              <a:gd name="connsiteY86" fmla="*/ 1552495 h 2079137"/>
              <a:gd name="connsiteX87" fmla="*/ 7149757 w 12192000"/>
              <a:gd name="connsiteY87" fmla="*/ 1552732 h 2079137"/>
              <a:gd name="connsiteX88" fmla="*/ 7104804 w 12192000"/>
              <a:gd name="connsiteY88" fmla="*/ 1565792 h 2079137"/>
              <a:gd name="connsiteX89" fmla="*/ 7082824 w 12192000"/>
              <a:gd name="connsiteY89" fmla="*/ 1567947 h 2079137"/>
              <a:gd name="connsiteX90" fmla="*/ 7021520 w 12192000"/>
              <a:gd name="connsiteY90" fmla="*/ 1562334 h 2079137"/>
              <a:gd name="connsiteX91" fmla="*/ 6988956 w 12192000"/>
              <a:gd name="connsiteY91" fmla="*/ 1576442 h 2079137"/>
              <a:gd name="connsiteX92" fmla="*/ 6981922 w 12192000"/>
              <a:gd name="connsiteY92" fmla="*/ 1578821 h 2079137"/>
              <a:gd name="connsiteX93" fmla="*/ 6981583 w 12192000"/>
              <a:gd name="connsiteY93" fmla="*/ 1578678 h 2079137"/>
              <a:gd name="connsiteX94" fmla="*/ 6973762 w 12192000"/>
              <a:gd name="connsiteY94" fmla="*/ 1580811 h 2079137"/>
              <a:gd name="connsiteX95" fmla="*/ 6969093 w 12192000"/>
              <a:gd name="connsiteY95" fmla="*/ 1583157 h 2079137"/>
              <a:gd name="connsiteX96" fmla="*/ 6890037 w 12192000"/>
              <a:gd name="connsiteY96" fmla="*/ 1575825 h 2079137"/>
              <a:gd name="connsiteX97" fmla="*/ 6785054 w 12192000"/>
              <a:gd name="connsiteY97" fmla="*/ 1582200 h 2079137"/>
              <a:gd name="connsiteX98" fmla="*/ 6681692 w 12192000"/>
              <a:gd name="connsiteY98" fmla="*/ 1591296 h 2079137"/>
              <a:gd name="connsiteX99" fmla="*/ 6644556 w 12192000"/>
              <a:gd name="connsiteY99" fmla="*/ 1595940 h 2079137"/>
              <a:gd name="connsiteX100" fmla="*/ 6577106 w 12192000"/>
              <a:gd name="connsiteY100" fmla="*/ 1598261 h 2079137"/>
              <a:gd name="connsiteX101" fmla="*/ 6544183 w 12192000"/>
              <a:gd name="connsiteY101" fmla="*/ 1596149 h 2079137"/>
              <a:gd name="connsiteX102" fmla="*/ 6540921 w 12192000"/>
              <a:gd name="connsiteY102" fmla="*/ 1593857 h 2079137"/>
              <a:gd name="connsiteX103" fmla="*/ 6535046 w 12192000"/>
              <a:gd name="connsiteY103" fmla="*/ 1593283 h 2079137"/>
              <a:gd name="connsiteX104" fmla="*/ 6519853 w 12192000"/>
              <a:gd name="connsiteY104" fmla="*/ 1595771 h 2079137"/>
              <a:gd name="connsiteX105" fmla="*/ 6514280 w 12192000"/>
              <a:gd name="connsiteY105" fmla="*/ 1597376 h 2079137"/>
              <a:gd name="connsiteX106" fmla="*/ 6505824 w 12192000"/>
              <a:gd name="connsiteY106" fmla="*/ 1598298 h 2079137"/>
              <a:gd name="connsiteX107" fmla="*/ 6505573 w 12192000"/>
              <a:gd name="connsiteY107" fmla="*/ 1598109 h 2079137"/>
              <a:gd name="connsiteX108" fmla="*/ 6497741 w 12192000"/>
              <a:gd name="connsiteY108" fmla="*/ 1599392 h 2079137"/>
              <a:gd name="connsiteX109" fmla="*/ 6459992 w 12192000"/>
              <a:gd name="connsiteY109" fmla="*/ 1608358 h 2079137"/>
              <a:gd name="connsiteX110" fmla="*/ 6404572 w 12192000"/>
              <a:gd name="connsiteY110" fmla="*/ 1593771 h 2079137"/>
              <a:gd name="connsiteX111" fmla="*/ 6382671 w 12192000"/>
              <a:gd name="connsiteY111" fmla="*/ 1592612 h 2079137"/>
              <a:gd name="connsiteX112" fmla="*/ 6369843 w 12192000"/>
              <a:gd name="connsiteY112" fmla="*/ 1590015 h 2079137"/>
              <a:gd name="connsiteX113" fmla="*/ 6269740 w 12192000"/>
              <a:gd name="connsiteY113" fmla="*/ 1614633 h 2079137"/>
              <a:gd name="connsiteX114" fmla="*/ 6255405 w 12192000"/>
              <a:gd name="connsiteY114" fmla="*/ 1620529 h 2079137"/>
              <a:gd name="connsiteX115" fmla="*/ 6244248 w 12192000"/>
              <a:gd name="connsiteY115" fmla="*/ 1629561 h 2079137"/>
              <a:gd name="connsiteX116" fmla="*/ 6086396 w 12192000"/>
              <a:gd name="connsiteY116" fmla="*/ 1642666 h 2079137"/>
              <a:gd name="connsiteX117" fmla="*/ 5867429 w 12192000"/>
              <a:gd name="connsiteY117" fmla="*/ 1695554 h 2079137"/>
              <a:gd name="connsiteX118" fmla="*/ 5772864 w 12192000"/>
              <a:gd name="connsiteY118" fmla="*/ 1689002 h 2079137"/>
              <a:gd name="connsiteX119" fmla="*/ 5629833 w 12192000"/>
              <a:gd name="connsiteY119" fmla="*/ 1713273 h 2079137"/>
              <a:gd name="connsiteX120" fmla="*/ 5504771 w 12192000"/>
              <a:gd name="connsiteY120" fmla="*/ 1725744 h 2079137"/>
              <a:gd name="connsiteX121" fmla="*/ 5490967 w 12192000"/>
              <a:gd name="connsiteY121" fmla="*/ 1726367 h 2079137"/>
              <a:gd name="connsiteX122" fmla="*/ 5486015 w 12192000"/>
              <a:gd name="connsiteY122" fmla="*/ 1721481 h 2079137"/>
              <a:gd name="connsiteX123" fmla="*/ 5439364 w 12192000"/>
              <a:gd name="connsiteY123" fmla="*/ 1721349 h 2079137"/>
              <a:gd name="connsiteX124" fmla="*/ 5350025 w 12192000"/>
              <a:gd name="connsiteY124" fmla="*/ 1729885 h 2079137"/>
              <a:gd name="connsiteX125" fmla="*/ 5336104 w 12192000"/>
              <a:gd name="connsiteY125" fmla="*/ 1734377 h 2079137"/>
              <a:gd name="connsiteX126" fmla="*/ 5245234 w 12192000"/>
              <a:gd name="connsiteY126" fmla="*/ 1738520 h 2079137"/>
              <a:gd name="connsiteX127" fmla="*/ 5182955 w 12192000"/>
              <a:gd name="connsiteY127" fmla="*/ 1744622 h 2079137"/>
              <a:gd name="connsiteX128" fmla="*/ 5169506 w 12192000"/>
              <a:gd name="connsiteY128" fmla="*/ 1748993 h 2079137"/>
              <a:gd name="connsiteX129" fmla="*/ 5154299 w 12192000"/>
              <a:gd name="connsiteY129" fmla="*/ 1744080 h 2079137"/>
              <a:gd name="connsiteX130" fmla="*/ 5149917 w 12192000"/>
              <a:gd name="connsiteY130" fmla="*/ 1739727 h 2079137"/>
              <a:gd name="connsiteX131" fmla="*/ 5100319 w 12192000"/>
              <a:gd name="connsiteY131" fmla="*/ 1745797 h 2079137"/>
              <a:gd name="connsiteX132" fmla="*/ 5094361 w 12192000"/>
              <a:gd name="connsiteY132" fmla="*/ 1745767 h 2079137"/>
              <a:gd name="connsiteX133" fmla="*/ 5053410 w 12192000"/>
              <a:gd name="connsiteY133" fmla="*/ 1742790 h 2079137"/>
              <a:gd name="connsiteX134" fmla="*/ 4992711 w 12192000"/>
              <a:gd name="connsiteY134" fmla="*/ 1734075 h 2079137"/>
              <a:gd name="connsiteX135" fmla="*/ 4930098 w 12192000"/>
              <a:gd name="connsiteY135" fmla="*/ 1717312 h 2079137"/>
              <a:gd name="connsiteX136" fmla="*/ 4893834 w 12192000"/>
              <a:gd name="connsiteY136" fmla="*/ 1710028 h 2079137"/>
              <a:gd name="connsiteX137" fmla="*/ 4868730 w 12192000"/>
              <a:gd name="connsiteY137" fmla="*/ 1702384 h 2079137"/>
              <a:gd name="connsiteX138" fmla="*/ 4797925 w 12192000"/>
              <a:gd name="connsiteY138" fmla="*/ 1695535 h 2079137"/>
              <a:gd name="connsiteX139" fmla="*/ 4677670 w 12192000"/>
              <a:gd name="connsiteY139" fmla="*/ 1689453 h 2079137"/>
              <a:gd name="connsiteX140" fmla="*/ 4634248 w 12192000"/>
              <a:gd name="connsiteY140" fmla="*/ 1680227 h 2079137"/>
              <a:gd name="connsiteX141" fmla="*/ 4632434 w 12192000"/>
              <a:gd name="connsiteY141" fmla="*/ 1674607 h 2079137"/>
              <a:gd name="connsiteX142" fmla="*/ 4619204 w 12192000"/>
              <a:gd name="connsiteY142" fmla="*/ 1672507 h 2079137"/>
              <a:gd name="connsiteX143" fmla="*/ 4616283 w 12192000"/>
              <a:gd name="connsiteY143" fmla="*/ 1670977 h 2079137"/>
              <a:gd name="connsiteX144" fmla="*/ 4598926 w 12192000"/>
              <a:gd name="connsiteY144" fmla="*/ 1663178 h 2079137"/>
              <a:gd name="connsiteX145" fmla="*/ 4547069 w 12192000"/>
              <a:gd name="connsiteY145" fmla="*/ 1670642 h 2079137"/>
              <a:gd name="connsiteX146" fmla="*/ 4523516 w 12192000"/>
              <a:gd name="connsiteY146" fmla="*/ 1669785 h 2079137"/>
              <a:gd name="connsiteX147" fmla="*/ 4500586 w 12192000"/>
              <a:gd name="connsiteY147" fmla="*/ 1675912 h 2079137"/>
              <a:gd name="connsiteX148" fmla="*/ 4488196 w 12192000"/>
              <a:gd name="connsiteY148" fmla="*/ 1683463 h 2079137"/>
              <a:gd name="connsiteX149" fmla="*/ 4445463 w 12192000"/>
              <a:gd name="connsiteY149" fmla="*/ 1695634 h 2079137"/>
              <a:gd name="connsiteX150" fmla="*/ 4446550 w 12192000"/>
              <a:gd name="connsiteY150" fmla="*/ 1680538 h 2079137"/>
              <a:gd name="connsiteX151" fmla="*/ 4365375 w 12192000"/>
              <a:gd name="connsiteY151" fmla="*/ 1697935 h 2079137"/>
              <a:gd name="connsiteX152" fmla="*/ 4305123 w 12192000"/>
              <a:gd name="connsiteY152" fmla="*/ 1714185 h 2079137"/>
              <a:gd name="connsiteX153" fmla="*/ 4292665 w 12192000"/>
              <a:gd name="connsiteY153" fmla="*/ 1720703 h 2079137"/>
              <a:gd name="connsiteX154" fmla="*/ 4276789 w 12192000"/>
              <a:gd name="connsiteY154" fmla="*/ 1718367 h 2079137"/>
              <a:gd name="connsiteX155" fmla="*/ 4271683 w 12192000"/>
              <a:gd name="connsiteY155" fmla="*/ 1714801 h 2079137"/>
              <a:gd name="connsiteX156" fmla="*/ 4223918 w 12192000"/>
              <a:gd name="connsiteY156" fmla="*/ 1728936 h 2079137"/>
              <a:gd name="connsiteX157" fmla="*/ 4218039 w 12192000"/>
              <a:gd name="connsiteY157" fmla="*/ 1729885 h 2079137"/>
              <a:gd name="connsiteX158" fmla="*/ 4177153 w 12192000"/>
              <a:gd name="connsiteY158" fmla="*/ 1733691 h 2079137"/>
              <a:gd name="connsiteX159" fmla="*/ 4051032 w 12192000"/>
              <a:gd name="connsiteY159" fmla="*/ 1728886 h 2079137"/>
              <a:gd name="connsiteX160" fmla="*/ 4013978 w 12192000"/>
              <a:gd name="connsiteY160" fmla="*/ 1727679 h 2079137"/>
              <a:gd name="connsiteX161" fmla="*/ 3987857 w 12192000"/>
              <a:gd name="connsiteY161" fmla="*/ 1724282 h 2079137"/>
              <a:gd name="connsiteX162" fmla="*/ 3916852 w 12192000"/>
              <a:gd name="connsiteY162" fmla="*/ 1729184 h 2079137"/>
              <a:gd name="connsiteX163" fmla="*/ 3797263 w 12192000"/>
              <a:gd name="connsiteY163" fmla="*/ 1742976 h 2079137"/>
              <a:gd name="connsiteX164" fmla="*/ 3752806 w 12192000"/>
              <a:gd name="connsiteY164" fmla="*/ 1741033 h 2079137"/>
              <a:gd name="connsiteX165" fmla="*/ 3749997 w 12192000"/>
              <a:gd name="connsiteY165" fmla="*/ 1735799 h 2079137"/>
              <a:gd name="connsiteX166" fmla="*/ 3736582 w 12192000"/>
              <a:gd name="connsiteY166" fmla="*/ 1735907 h 2079137"/>
              <a:gd name="connsiteX167" fmla="*/ 3733428 w 12192000"/>
              <a:gd name="connsiteY167" fmla="*/ 1734881 h 2079137"/>
              <a:gd name="connsiteX168" fmla="*/ 3714911 w 12192000"/>
              <a:gd name="connsiteY168" fmla="*/ 1730056 h 2079137"/>
              <a:gd name="connsiteX169" fmla="*/ 3665172 w 12192000"/>
              <a:gd name="connsiteY169" fmla="*/ 1745936 h 2079137"/>
              <a:gd name="connsiteX170" fmla="*/ 3552006 w 12192000"/>
              <a:gd name="connsiteY170" fmla="*/ 1755220 h 2079137"/>
              <a:gd name="connsiteX171" fmla="*/ 3390301 w 12192000"/>
              <a:gd name="connsiteY171" fmla="*/ 1762546 h 2079137"/>
              <a:gd name="connsiteX172" fmla="*/ 3264312 w 12192000"/>
              <a:gd name="connsiteY172" fmla="*/ 1774620 h 2079137"/>
              <a:gd name="connsiteX173" fmla="*/ 3106901 w 12192000"/>
              <a:gd name="connsiteY173" fmla="*/ 1804264 h 2079137"/>
              <a:gd name="connsiteX174" fmla="*/ 2993303 w 12192000"/>
              <a:gd name="connsiteY174" fmla="*/ 1806542 h 2079137"/>
              <a:gd name="connsiteX175" fmla="*/ 2979115 w 12192000"/>
              <a:gd name="connsiteY175" fmla="*/ 1815432 h 2079137"/>
              <a:gd name="connsiteX176" fmla="*/ 2963118 w 12192000"/>
              <a:gd name="connsiteY176" fmla="*/ 1820962 h 2079137"/>
              <a:gd name="connsiteX177" fmla="*/ 2961156 w 12192000"/>
              <a:gd name="connsiteY177" fmla="*/ 1820297 h 2079137"/>
              <a:gd name="connsiteX178" fmla="*/ 2925719 w 12192000"/>
              <a:gd name="connsiteY178" fmla="*/ 1828468 h 2079137"/>
              <a:gd name="connsiteX179" fmla="*/ 2857951 w 12192000"/>
              <a:gd name="connsiteY179" fmla="*/ 1842496 h 2079137"/>
              <a:gd name="connsiteX180" fmla="*/ 2857427 w 12192000"/>
              <a:gd name="connsiteY180" fmla="*/ 1841591 h 2079137"/>
              <a:gd name="connsiteX181" fmla="*/ 2846731 w 12192000"/>
              <a:gd name="connsiteY181" fmla="*/ 1839316 h 2079137"/>
              <a:gd name="connsiteX182" fmla="*/ 2826290 w 12192000"/>
              <a:gd name="connsiteY182" fmla="*/ 1837274 h 2079137"/>
              <a:gd name="connsiteX183" fmla="*/ 2779146 w 12192000"/>
              <a:gd name="connsiteY183" fmla="*/ 1820071 h 2079137"/>
              <a:gd name="connsiteX184" fmla="*/ 2739608 w 12192000"/>
              <a:gd name="connsiteY184" fmla="*/ 1827861 h 2079137"/>
              <a:gd name="connsiteX185" fmla="*/ 2731631 w 12192000"/>
              <a:gd name="connsiteY185" fmla="*/ 1828881 h 2079137"/>
              <a:gd name="connsiteX186" fmla="*/ 2731464 w 12192000"/>
              <a:gd name="connsiteY186" fmla="*/ 1828677 h 2079137"/>
              <a:gd name="connsiteX187" fmla="*/ 2723037 w 12192000"/>
              <a:gd name="connsiteY187" fmla="*/ 1829303 h 2079137"/>
              <a:gd name="connsiteX188" fmla="*/ 2701616 w 12192000"/>
              <a:gd name="connsiteY188" fmla="*/ 1832725 h 2079137"/>
              <a:gd name="connsiteX189" fmla="*/ 2696239 w 12192000"/>
              <a:gd name="connsiteY189" fmla="*/ 1831904 h 2079137"/>
              <a:gd name="connsiteX190" fmla="*/ 2663445 w 12192000"/>
              <a:gd name="connsiteY190" fmla="*/ 1825958 h 2079137"/>
              <a:gd name="connsiteX191" fmla="*/ 2560925 w 12192000"/>
              <a:gd name="connsiteY191" fmla="*/ 1829094 h 2079137"/>
              <a:gd name="connsiteX192" fmla="*/ 2458739 w 12192000"/>
              <a:gd name="connsiteY192" fmla="*/ 1834479 h 2079137"/>
              <a:gd name="connsiteX193" fmla="*/ 2356074 w 12192000"/>
              <a:gd name="connsiteY193" fmla="*/ 1836991 h 2079137"/>
              <a:gd name="connsiteX194" fmla="*/ 2304241 w 12192000"/>
              <a:gd name="connsiteY194" fmla="*/ 1822021 h 2079137"/>
              <a:gd name="connsiteX195" fmla="*/ 2298362 w 12192000"/>
              <a:gd name="connsiteY195" fmla="*/ 1822125 h 2079137"/>
              <a:gd name="connsiteX196" fmla="*/ 2283527 w 12192000"/>
              <a:gd name="connsiteY196" fmla="*/ 1826361 h 2079137"/>
              <a:gd name="connsiteX197" fmla="*/ 2278150 w 12192000"/>
              <a:gd name="connsiteY197" fmla="*/ 1828604 h 2079137"/>
              <a:gd name="connsiteX198" fmla="*/ 2269853 w 12192000"/>
              <a:gd name="connsiteY198" fmla="*/ 1830502 h 2079137"/>
              <a:gd name="connsiteX199" fmla="*/ 2269585 w 12192000"/>
              <a:gd name="connsiteY199" fmla="*/ 1830341 h 2079137"/>
              <a:gd name="connsiteX200" fmla="*/ 2225332 w 12192000"/>
              <a:gd name="connsiteY200" fmla="*/ 1845825 h 2079137"/>
              <a:gd name="connsiteX201" fmla="*/ 2169048 w 12192000"/>
              <a:gd name="connsiteY201" fmla="*/ 1837658 h 2079137"/>
              <a:gd name="connsiteX202" fmla="*/ 2147231 w 12192000"/>
              <a:gd name="connsiteY202" fmla="*/ 1839027 h 2079137"/>
              <a:gd name="connsiteX203" fmla="*/ 2135241 w 12192000"/>
              <a:gd name="connsiteY203" fmla="*/ 1838652 h 2079137"/>
              <a:gd name="connsiteX204" fmla="*/ 2099215 w 12192000"/>
              <a:gd name="connsiteY204" fmla="*/ 1850768 h 2079137"/>
              <a:gd name="connsiteX205" fmla="*/ 2094046 w 12192000"/>
              <a:gd name="connsiteY205" fmla="*/ 1850806 h 2079137"/>
              <a:gd name="connsiteX206" fmla="*/ 2071850 w 12192000"/>
              <a:gd name="connsiteY206" fmla="*/ 1861319 h 2079137"/>
              <a:gd name="connsiteX207" fmla="*/ 2039607 w 12192000"/>
              <a:gd name="connsiteY207" fmla="*/ 1874318 h 2079137"/>
              <a:gd name="connsiteX208" fmla="*/ 2037289 w 12192000"/>
              <a:gd name="connsiteY208" fmla="*/ 1874025 h 2079137"/>
              <a:gd name="connsiteX209" fmla="*/ 2023615 w 12192000"/>
              <a:gd name="connsiteY209" fmla="*/ 1881562 h 2079137"/>
              <a:gd name="connsiteX210" fmla="*/ 1957176 w 12192000"/>
              <a:gd name="connsiteY210" fmla="*/ 1898709 h 2079137"/>
              <a:gd name="connsiteX211" fmla="*/ 1858081 w 12192000"/>
              <a:gd name="connsiteY211" fmla="*/ 1923144 h 2079137"/>
              <a:gd name="connsiteX212" fmla="*/ 1738865 w 12192000"/>
              <a:gd name="connsiteY212" fmla="*/ 1944965 h 2079137"/>
              <a:gd name="connsiteX213" fmla="*/ 1616692 w 12192000"/>
              <a:gd name="connsiteY213" fmla="*/ 1989107 h 2079137"/>
              <a:gd name="connsiteX214" fmla="*/ 1411898 w 12192000"/>
              <a:gd name="connsiteY214" fmla="*/ 2046254 h 2079137"/>
              <a:gd name="connsiteX215" fmla="*/ 1375780 w 12192000"/>
              <a:gd name="connsiteY215" fmla="*/ 2047961 h 2079137"/>
              <a:gd name="connsiteX216" fmla="*/ 1375707 w 12192000"/>
              <a:gd name="connsiteY216" fmla="*/ 2047981 h 2079137"/>
              <a:gd name="connsiteX217" fmla="*/ 1285585 w 12192000"/>
              <a:gd name="connsiteY217" fmla="*/ 2047113 h 2079137"/>
              <a:gd name="connsiteX218" fmla="*/ 1263658 w 12192000"/>
              <a:gd name="connsiteY218" fmla="*/ 2041397 h 2079137"/>
              <a:gd name="connsiteX219" fmla="*/ 1170403 w 12192000"/>
              <a:gd name="connsiteY219" fmla="*/ 2033399 h 2079137"/>
              <a:gd name="connsiteX220" fmla="*/ 1153718 w 12192000"/>
              <a:gd name="connsiteY220" fmla="*/ 2029576 h 2079137"/>
              <a:gd name="connsiteX221" fmla="*/ 1133937 w 12192000"/>
              <a:gd name="connsiteY221" fmla="*/ 2032149 h 2079137"/>
              <a:gd name="connsiteX222" fmla="*/ 1054999 w 12192000"/>
              <a:gd name="connsiteY222" fmla="*/ 2043242 h 2079137"/>
              <a:gd name="connsiteX223" fmla="*/ 1018405 w 12192000"/>
              <a:gd name="connsiteY223" fmla="*/ 2048281 h 2079137"/>
              <a:gd name="connsiteX224" fmla="*/ 1016563 w 12192000"/>
              <a:gd name="connsiteY224" fmla="*/ 2051718 h 2079137"/>
              <a:gd name="connsiteX225" fmla="*/ 1008284 w 12192000"/>
              <a:gd name="connsiteY225" fmla="*/ 2046742 h 2079137"/>
              <a:gd name="connsiteX226" fmla="*/ 981974 w 12192000"/>
              <a:gd name="connsiteY226" fmla="*/ 2048363 h 2079137"/>
              <a:gd name="connsiteX227" fmla="*/ 971903 w 12192000"/>
              <a:gd name="connsiteY227" fmla="*/ 2053484 h 2079137"/>
              <a:gd name="connsiteX228" fmla="*/ 954015 w 12192000"/>
              <a:gd name="connsiteY228" fmla="*/ 2052529 h 2079137"/>
              <a:gd name="connsiteX229" fmla="*/ 839571 w 12192000"/>
              <a:gd name="connsiteY229" fmla="*/ 2046509 h 2079137"/>
              <a:gd name="connsiteX230" fmla="*/ 823321 w 12192000"/>
              <a:gd name="connsiteY230" fmla="*/ 2054296 h 2079137"/>
              <a:gd name="connsiteX231" fmla="*/ 800990 w 12192000"/>
              <a:gd name="connsiteY231" fmla="*/ 2051523 h 2079137"/>
              <a:gd name="connsiteX232" fmla="*/ 776439 w 12192000"/>
              <a:gd name="connsiteY232" fmla="*/ 2062634 h 2079137"/>
              <a:gd name="connsiteX233" fmla="*/ 763041 w 12192000"/>
              <a:gd name="connsiteY233" fmla="*/ 2063995 h 2079137"/>
              <a:gd name="connsiteX234" fmla="*/ 757863 w 12192000"/>
              <a:gd name="connsiteY234" fmla="*/ 2065877 h 2079137"/>
              <a:gd name="connsiteX235" fmla="*/ 745053 w 12192000"/>
              <a:gd name="connsiteY235" fmla="*/ 2051831 h 2079137"/>
              <a:gd name="connsiteX236" fmla="*/ 722609 w 12192000"/>
              <a:gd name="connsiteY236" fmla="*/ 2049504 h 2079137"/>
              <a:gd name="connsiteX237" fmla="*/ 717618 w 12192000"/>
              <a:gd name="connsiteY237" fmla="*/ 2042131 h 2079137"/>
              <a:gd name="connsiteX238" fmla="*/ 703285 w 12192000"/>
              <a:gd name="connsiteY238" fmla="*/ 2046808 h 2079137"/>
              <a:gd name="connsiteX239" fmla="*/ 680199 w 12192000"/>
              <a:gd name="connsiteY239" fmla="*/ 2051947 h 2079137"/>
              <a:gd name="connsiteX240" fmla="*/ 667351 w 12192000"/>
              <a:gd name="connsiteY240" fmla="*/ 2054469 h 2079137"/>
              <a:gd name="connsiteX241" fmla="*/ 660961 w 12192000"/>
              <a:gd name="connsiteY241" fmla="*/ 2049404 h 2079137"/>
              <a:gd name="connsiteX242" fmla="*/ 638282 w 12192000"/>
              <a:gd name="connsiteY242" fmla="*/ 2060093 h 2079137"/>
              <a:gd name="connsiteX243" fmla="*/ 583551 w 12192000"/>
              <a:gd name="connsiteY243" fmla="*/ 2070197 h 2079137"/>
              <a:gd name="connsiteX244" fmla="*/ 525274 w 12192000"/>
              <a:gd name="connsiteY244" fmla="*/ 2079137 h 2079137"/>
              <a:gd name="connsiteX245" fmla="*/ 405635 w 12192000"/>
              <a:gd name="connsiteY245" fmla="*/ 2059339 h 2079137"/>
              <a:gd name="connsiteX246" fmla="*/ 281555 w 12192000"/>
              <a:gd name="connsiteY246" fmla="*/ 2022847 h 2079137"/>
              <a:gd name="connsiteX247" fmla="*/ 98513 w 12192000"/>
              <a:gd name="connsiteY247" fmla="*/ 1969504 h 2079137"/>
              <a:gd name="connsiteX248" fmla="*/ 56191 w 12192000"/>
              <a:gd name="connsiteY248" fmla="*/ 1950709 h 2079137"/>
              <a:gd name="connsiteX249" fmla="*/ 0 w 12192000"/>
              <a:gd name="connsiteY249" fmla="*/ 1935789 h 207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</a:cxnLst>
            <a:rect l="l" t="t" r="r" b="b"/>
            <a:pathLst>
              <a:path w="12192000" h="2079137">
                <a:moveTo>
                  <a:pt x="12160143" y="831692"/>
                </a:moveTo>
                <a:lnTo>
                  <a:pt x="12159112" y="833361"/>
                </a:lnTo>
                <a:cubicBezTo>
                  <a:pt x="12157915" y="833832"/>
                  <a:pt x="12157402" y="833649"/>
                  <a:pt x="12158912" y="83243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558063"/>
                </a:lnTo>
                <a:lnTo>
                  <a:pt x="12189259" y="810508"/>
                </a:lnTo>
                <a:lnTo>
                  <a:pt x="12170847" y="825280"/>
                </a:lnTo>
                <a:lnTo>
                  <a:pt x="12160143" y="831692"/>
                </a:lnTo>
                <a:lnTo>
                  <a:pt x="12163806" y="825759"/>
                </a:lnTo>
                <a:cubicBezTo>
                  <a:pt x="12125449" y="821525"/>
                  <a:pt x="12082203" y="824698"/>
                  <a:pt x="12056557" y="810176"/>
                </a:cubicBezTo>
                <a:cubicBezTo>
                  <a:pt x="12050902" y="790976"/>
                  <a:pt x="11923731" y="799312"/>
                  <a:pt x="11900316" y="789618"/>
                </a:cubicBezTo>
                <a:cubicBezTo>
                  <a:pt x="11841702" y="803374"/>
                  <a:pt x="11823963" y="832645"/>
                  <a:pt x="11791206" y="824176"/>
                </a:cubicBezTo>
                <a:cubicBezTo>
                  <a:pt x="11768977" y="817380"/>
                  <a:pt x="11683857" y="828947"/>
                  <a:pt x="11659257" y="800841"/>
                </a:cubicBezTo>
                <a:cubicBezTo>
                  <a:pt x="11617173" y="818107"/>
                  <a:pt x="11602556" y="790694"/>
                  <a:pt x="11569789" y="797135"/>
                </a:cubicBezTo>
                <a:cubicBezTo>
                  <a:pt x="11498310" y="795094"/>
                  <a:pt x="11458472" y="819882"/>
                  <a:pt x="11367885" y="791985"/>
                </a:cubicBezTo>
                <a:cubicBezTo>
                  <a:pt x="11325508" y="798158"/>
                  <a:pt x="11266580" y="755023"/>
                  <a:pt x="11174663" y="788721"/>
                </a:cubicBezTo>
                <a:cubicBezTo>
                  <a:pt x="11122703" y="792192"/>
                  <a:pt x="11150009" y="775410"/>
                  <a:pt x="11068220" y="786994"/>
                </a:cubicBezTo>
                <a:cubicBezTo>
                  <a:pt x="11046931" y="759861"/>
                  <a:pt x="10919185" y="793102"/>
                  <a:pt x="10893266" y="794013"/>
                </a:cubicBezTo>
                <a:cubicBezTo>
                  <a:pt x="10874184" y="776189"/>
                  <a:pt x="10862860" y="788743"/>
                  <a:pt x="10844025" y="789857"/>
                </a:cubicBezTo>
                <a:cubicBezTo>
                  <a:pt x="10836453" y="779294"/>
                  <a:pt x="10820690" y="778184"/>
                  <a:pt x="10814353" y="789010"/>
                </a:cubicBezTo>
                <a:cubicBezTo>
                  <a:pt x="10819669" y="816016"/>
                  <a:pt x="10754019" y="789067"/>
                  <a:pt x="10748393" y="806738"/>
                </a:cubicBezTo>
                <a:cubicBezTo>
                  <a:pt x="10687156" y="807873"/>
                  <a:pt x="10550299" y="781800"/>
                  <a:pt x="10468256" y="778733"/>
                </a:cubicBezTo>
                <a:cubicBezTo>
                  <a:pt x="10436666" y="770025"/>
                  <a:pt x="10371995" y="797252"/>
                  <a:pt x="10256131" y="788332"/>
                </a:cubicBezTo>
                <a:cubicBezTo>
                  <a:pt x="10240995" y="781626"/>
                  <a:pt x="10182664" y="765742"/>
                  <a:pt x="10177442" y="777371"/>
                </a:cubicBezTo>
                <a:cubicBezTo>
                  <a:pt x="10141447" y="775683"/>
                  <a:pt x="10030323" y="810071"/>
                  <a:pt x="10006086" y="792651"/>
                </a:cubicBezTo>
                <a:cubicBezTo>
                  <a:pt x="10009448" y="818833"/>
                  <a:pt x="9960389" y="791426"/>
                  <a:pt x="9952382" y="815411"/>
                </a:cubicBezTo>
                <a:lnTo>
                  <a:pt x="9926457" y="827295"/>
                </a:lnTo>
                <a:lnTo>
                  <a:pt x="9843405" y="867046"/>
                </a:lnTo>
                <a:lnTo>
                  <a:pt x="9830866" y="875047"/>
                </a:lnTo>
                <a:lnTo>
                  <a:pt x="9801807" y="872272"/>
                </a:lnTo>
                <a:lnTo>
                  <a:pt x="9785653" y="861743"/>
                </a:lnTo>
                <a:lnTo>
                  <a:pt x="9781177" y="864820"/>
                </a:lnTo>
                <a:cubicBezTo>
                  <a:pt x="9776153" y="871003"/>
                  <a:pt x="9773556" y="874842"/>
                  <a:pt x="9768640" y="869379"/>
                </a:cubicBezTo>
                <a:lnTo>
                  <a:pt x="9712211" y="900283"/>
                </a:lnTo>
                <a:cubicBezTo>
                  <a:pt x="9706243" y="902750"/>
                  <a:pt x="9698952" y="902954"/>
                  <a:pt x="9689465" y="899268"/>
                </a:cubicBezTo>
                <a:cubicBezTo>
                  <a:pt x="9670819" y="902906"/>
                  <a:pt x="9618108" y="917739"/>
                  <a:pt x="9600339" y="922112"/>
                </a:cubicBezTo>
                <a:lnTo>
                  <a:pt x="9582850" y="925510"/>
                </a:lnTo>
                <a:cubicBezTo>
                  <a:pt x="9574400" y="928631"/>
                  <a:pt x="9556868" y="938130"/>
                  <a:pt x="9549638" y="940845"/>
                </a:cubicBezTo>
                <a:cubicBezTo>
                  <a:pt x="9543792" y="942327"/>
                  <a:pt x="9546812" y="939351"/>
                  <a:pt x="9539471" y="941799"/>
                </a:cubicBezTo>
                <a:cubicBezTo>
                  <a:pt x="9538994" y="947702"/>
                  <a:pt x="9536009" y="953248"/>
                  <a:pt x="9505592" y="955533"/>
                </a:cubicBezTo>
                <a:cubicBezTo>
                  <a:pt x="9486013" y="968563"/>
                  <a:pt x="9460860" y="978842"/>
                  <a:pt x="9432569" y="985377"/>
                </a:cubicBezTo>
                <a:cubicBezTo>
                  <a:pt x="9426990" y="980335"/>
                  <a:pt x="9418918" y="990185"/>
                  <a:pt x="9414216" y="992655"/>
                </a:cubicBezTo>
                <a:cubicBezTo>
                  <a:pt x="9412644" y="989014"/>
                  <a:pt x="9400057" y="989255"/>
                  <a:pt x="9397106" y="992980"/>
                </a:cubicBezTo>
                <a:cubicBezTo>
                  <a:pt x="9314093" y="1020862"/>
                  <a:pt x="9349678" y="978420"/>
                  <a:pt x="9305108" y="1007767"/>
                </a:cubicBezTo>
                <a:cubicBezTo>
                  <a:pt x="9296670" y="1010324"/>
                  <a:pt x="9289251" y="1009612"/>
                  <a:pt x="9282434" y="1007523"/>
                </a:cubicBezTo>
                <a:lnTo>
                  <a:pt x="9271941" y="1002839"/>
                </a:lnTo>
                <a:lnTo>
                  <a:pt x="9238227" y="1017668"/>
                </a:lnTo>
                <a:cubicBezTo>
                  <a:pt x="9221294" y="1023415"/>
                  <a:pt x="9203166" y="1027997"/>
                  <a:pt x="9184265" y="1031275"/>
                </a:cubicBezTo>
                <a:cubicBezTo>
                  <a:pt x="9178371" y="1024135"/>
                  <a:pt x="9165618" y="1036637"/>
                  <a:pt x="9159000" y="1039569"/>
                </a:cubicBezTo>
                <a:cubicBezTo>
                  <a:pt x="9157881" y="1034602"/>
                  <a:pt x="9141725" y="1033964"/>
                  <a:pt x="9137031" y="1038699"/>
                </a:cubicBezTo>
                <a:cubicBezTo>
                  <a:pt x="9023973" y="1069523"/>
                  <a:pt x="9079946" y="1015706"/>
                  <a:pt x="9015702" y="1051400"/>
                </a:cubicBezTo>
                <a:lnTo>
                  <a:pt x="8971403" y="1040542"/>
                </a:lnTo>
                <a:lnTo>
                  <a:pt x="8961826" y="1045364"/>
                </a:lnTo>
                <a:cubicBezTo>
                  <a:pt x="8922837" y="1050010"/>
                  <a:pt x="8909116" y="1040754"/>
                  <a:pt x="8888623" y="1053908"/>
                </a:cubicBezTo>
                <a:cubicBezTo>
                  <a:pt x="8850424" y="1035587"/>
                  <a:pt x="8865892" y="1054194"/>
                  <a:pt x="8841066" y="1060421"/>
                </a:cubicBezTo>
                <a:cubicBezTo>
                  <a:pt x="8818353" y="1064878"/>
                  <a:pt x="8775995" y="1076068"/>
                  <a:pt x="8752342" y="1080646"/>
                </a:cubicBezTo>
                <a:cubicBezTo>
                  <a:pt x="8736966" y="1099406"/>
                  <a:pt x="8723186" y="1079948"/>
                  <a:pt x="8699139" y="1087885"/>
                </a:cubicBezTo>
                <a:cubicBezTo>
                  <a:pt x="8688630" y="1095506"/>
                  <a:pt x="8680324" y="1097539"/>
                  <a:pt x="8667273" y="1092062"/>
                </a:cubicBezTo>
                <a:cubicBezTo>
                  <a:pt x="8619205" y="1128818"/>
                  <a:pt x="8634590" y="1097116"/>
                  <a:pt x="8586064" y="1114603"/>
                </a:cubicBezTo>
                <a:cubicBezTo>
                  <a:pt x="8544721" y="1131913"/>
                  <a:pt x="8496602" y="1145520"/>
                  <a:pt x="8460312" y="1179878"/>
                </a:cubicBezTo>
                <a:cubicBezTo>
                  <a:pt x="8454266" y="1189140"/>
                  <a:pt x="8435781" y="1194455"/>
                  <a:pt x="8419023" y="1191748"/>
                </a:cubicBezTo>
                <a:cubicBezTo>
                  <a:pt x="8416138" y="1191283"/>
                  <a:pt x="8413416" y="1190591"/>
                  <a:pt x="8410939" y="1189696"/>
                </a:cubicBezTo>
                <a:cubicBezTo>
                  <a:pt x="8390077" y="1213458"/>
                  <a:pt x="8370324" y="1205397"/>
                  <a:pt x="8362040" y="1220820"/>
                </a:cubicBezTo>
                <a:cubicBezTo>
                  <a:pt x="8320616" y="1231942"/>
                  <a:pt x="8281663" y="1222882"/>
                  <a:pt x="8273677" y="1236495"/>
                </a:cubicBezTo>
                <a:cubicBezTo>
                  <a:pt x="8251358" y="1238573"/>
                  <a:pt x="8216738" y="1228341"/>
                  <a:pt x="8204283" y="1243537"/>
                </a:cubicBezTo>
                <a:cubicBezTo>
                  <a:pt x="8198634" y="1233135"/>
                  <a:pt x="8181550" y="1254947"/>
                  <a:pt x="8166550" y="1249551"/>
                </a:cubicBezTo>
                <a:cubicBezTo>
                  <a:pt x="8155570" y="1244572"/>
                  <a:pt x="8147825" y="1250027"/>
                  <a:pt x="8137785" y="1251636"/>
                </a:cubicBezTo>
                <a:cubicBezTo>
                  <a:pt x="8123427" y="1248361"/>
                  <a:pt x="8081662" y="1261833"/>
                  <a:pt x="8071596" y="1269274"/>
                </a:cubicBezTo>
                <a:cubicBezTo>
                  <a:pt x="8048949" y="1293759"/>
                  <a:pt x="7983924" y="1284712"/>
                  <a:pt x="7964816" y="1303668"/>
                </a:cubicBezTo>
                <a:cubicBezTo>
                  <a:pt x="7957137" y="1306992"/>
                  <a:pt x="7949335" y="1308861"/>
                  <a:pt x="7941495" y="1309821"/>
                </a:cubicBezTo>
                <a:lnTo>
                  <a:pt x="7919123" y="1310466"/>
                </a:lnTo>
                <a:lnTo>
                  <a:pt x="7911902" y="1306569"/>
                </a:lnTo>
                <a:lnTo>
                  <a:pt x="7898703" y="1309208"/>
                </a:lnTo>
                <a:lnTo>
                  <a:pt x="7894703" y="1308939"/>
                </a:lnTo>
                <a:lnTo>
                  <a:pt x="7872267" y="1308370"/>
                </a:lnTo>
                <a:cubicBezTo>
                  <a:pt x="7886550" y="1330359"/>
                  <a:pt x="7812648" y="1314851"/>
                  <a:pt x="7836454" y="1331265"/>
                </a:cubicBezTo>
                <a:cubicBezTo>
                  <a:pt x="7798907" y="1336933"/>
                  <a:pt x="7831419" y="1351068"/>
                  <a:pt x="7782451" y="1339601"/>
                </a:cubicBezTo>
                <a:cubicBezTo>
                  <a:pt x="7727636" y="1365002"/>
                  <a:pt x="7583002" y="1338768"/>
                  <a:pt x="7542969" y="1372495"/>
                </a:cubicBezTo>
                <a:cubicBezTo>
                  <a:pt x="7546396" y="1360942"/>
                  <a:pt x="7492851" y="1424323"/>
                  <a:pt x="7476832" y="1431655"/>
                </a:cubicBezTo>
                <a:cubicBezTo>
                  <a:pt x="7439619" y="1443703"/>
                  <a:pt x="7425596" y="1454661"/>
                  <a:pt x="7370237" y="1474339"/>
                </a:cubicBezTo>
                <a:cubicBezTo>
                  <a:pt x="7316246" y="1485928"/>
                  <a:pt x="7281903" y="1512712"/>
                  <a:pt x="7222223" y="1510199"/>
                </a:cubicBezTo>
                <a:cubicBezTo>
                  <a:pt x="7221190" y="1514030"/>
                  <a:pt x="7218885" y="1517398"/>
                  <a:pt x="7215703" y="1520424"/>
                </a:cubicBezTo>
                <a:lnTo>
                  <a:pt x="7204548" y="1528145"/>
                </a:lnTo>
                <a:lnTo>
                  <a:pt x="7202038" y="1527954"/>
                </a:lnTo>
                <a:lnTo>
                  <a:pt x="7173860" y="1541605"/>
                </a:lnTo>
                <a:lnTo>
                  <a:pt x="7155079" y="1552495"/>
                </a:lnTo>
                <a:lnTo>
                  <a:pt x="7149757" y="1552732"/>
                </a:lnTo>
                <a:cubicBezTo>
                  <a:pt x="7141378" y="1554948"/>
                  <a:pt x="7115959" y="1563256"/>
                  <a:pt x="7104804" y="1565792"/>
                </a:cubicBezTo>
                <a:cubicBezTo>
                  <a:pt x="7099811" y="1550850"/>
                  <a:pt x="7096935" y="1561973"/>
                  <a:pt x="7082824" y="1567947"/>
                </a:cubicBezTo>
                <a:cubicBezTo>
                  <a:pt x="7071919" y="1546070"/>
                  <a:pt x="7039417" y="1570606"/>
                  <a:pt x="7021520" y="1562334"/>
                </a:cubicBezTo>
                <a:cubicBezTo>
                  <a:pt x="7011400" y="1567217"/>
                  <a:pt x="7000495" y="1571981"/>
                  <a:pt x="6988956" y="1576442"/>
                </a:cubicBezTo>
                <a:lnTo>
                  <a:pt x="6981922" y="1578821"/>
                </a:lnTo>
                <a:lnTo>
                  <a:pt x="6981583" y="1578678"/>
                </a:lnTo>
                <a:cubicBezTo>
                  <a:pt x="6979627" y="1578791"/>
                  <a:pt x="6977153" y="1579421"/>
                  <a:pt x="6973762" y="1580811"/>
                </a:cubicBezTo>
                <a:lnTo>
                  <a:pt x="6969093" y="1583157"/>
                </a:lnTo>
                <a:lnTo>
                  <a:pt x="6890037" y="1575825"/>
                </a:lnTo>
                <a:cubicBezTo>
                  <a:pt x="6849459" y="1579997"/>
                  <a:pt x="6820022" y="1566922"/>
                  <a:pt x="6785054" y="1582200"/>
                </a:cubicBezTo>
                <a:cubicBezTo>
                  <a:pt x="6747047" y="1586037"/>
                  <a:pt x="6712794" y="1582954"/>
                  <a:pt x="6681692" y="1591296"/>
                </a:cubicBezTo>
                <a:cubicBezTo>
                  <a:pt x="6667557" y="1587501"/>
                  <a:pt x="6654822" y="1586753"/>
                  <a:pt x="6644556" y="1595940"/>
                </a:cubicBezTo>
                <a:cubicBezTo>
                  <a:pt x="6608615" y="1597269"/>
                  <a:pt x="6597697" y="1587005"/>
                  <a:pt x="6577106" y="1598261"/>
                </a:cubicBezTo>
                <a:lnTo>
                  <a:pt x="6544183" y="1596149"/>
                </a:lnTo>
                <a:lnTo>
                  <a:pt x="6540921" y="1593857"/>
                </a:lnTo>
                <a:lnTo>
                  <a:pt x="6535046" y="1593283"/>
                </a:lnTo>
                <a:lnTo>
                  <a:pt x="6519853" y="1595771"/>
                </a:lnTo>
                <a:lnTo>
                  <a:pt x="6514280" y="1597376"/>
                </a:lnTo>
                <a:cubicBezTo>
                  <a:pt x="6510385" y="1598232"/>
                  <a:pt x="6507735" y="1598481"/>
                  <a:pt x="6505824" y="1598298"/>
                </a:cubicBezTo>
                <a:lnTo>
                  <a:pt x="6505573" y="1598109"/>
                </a:lnTo>
                <a:lnTo>
                  <a:pt x="6497741" y="1599392"/>
                </a:lnTo>
                <a:cubicBezTo>
                  <a:pt x="6484628" y="1602044"/>
                  <a:pt x="6471968" y="1605085"/>
                  <a:pt x="6459992" y="1608358"/>
                </a:cubicBezTo>
                <a:cubicBezTo>
                  <a:pt x="6447037" y="1597612"/>
                  <a:pt x="6404274" y="1616787"/>
                  <a:pt x="6404572" y="1593771"/>
                </a:cubicBezTo>
                <a:cubicBezTo>
                  <a:pt x="6388277" y="1597519"/>
                  <a:pt x="6380141" y="1607970"/>
                  <a:pt x="6382671" y="1592612"/>
                </a:cubicBezTo>
                <a:lnTo>
                  <a:pt x="6369843" y="1590015"/>
                </a:lnTo>
                <a:lnTo>
                  <a:pt x="6269740" y="1614633"/>
                </a:lnTo>
                <a:lnTo>
                  <a:pt x="6255405" y="1620529"/>
                </a:lnTo>
                <a:cubicBezTo>
                  <a:pt x="6250911" y="1623016"/>
                  <a:pt x="6247090" y="1625968"/>
                  <a:pt x="6244248" y="1629561"/>
                </a:cubicBezTo>
                <a:cubicBezTo>
                  <a:pt x="6188859" y="1618246"/>
                  <a:pt x="6143250" y="1639346"/>
                  <a:pt x="6086396" y="1642666"/>
                </a:cubicBezTo>
                <a:cubicBezTo>
                  <a:pt x="6024311" y="1653696"/>
                  <a:pt x="5889522" y="1686499"/>
                  <a:pt x="5867429" y="1695554"/>
                </a:cubicBezTo>
                <a:cubicBezTo>
                  <a:pt x="5848669" y="1700350"/>
                  <a:pt x="5763994" y="1699795"/>
                  <a:pt x="5772864" y="1689002"/>
                </a:cubicBezTo>
                <a:cubicBezTo>
                  <a:pt x="5718480" y="1716048"/>
                  <a:pt x="5694188" y="1696562"/>
                  <a:pt x="5629833" y="1713273"/>
                </a:cubicBezTo>
                <a:lnTo>
                  <a:pt x="5504771" y="1725744"/>
                </a:lnTo>
                <a:lnTo>
                  <a:pt x="5490967" y="1726367"/>
                </a:lnTo>
                <a:lnTo>
                  <a:pt x="5486015" y="1721481"/>
                </a:lnTo>
                <a:lnTo>
                  <a:pt x="5439364" y="1721349"/>
                </a:lnTo>
                <a:cubicBezTo>
                  <a:pt x="5418850" y="1733129"/>
                  <a:pt x="5381503" y="1725668"/>
                  <a:pt x="5350025" y="1729885"/>
                </a:cubicBezTo>
                <a:lnTo>
                  <a:pt x="5336104" y="1734377"/>
                </a:lnTo>
                <a:lnTo>
                  <a:pt x="5245234" y="1738520"/>
                </a:lnTo>
                <a:lnTo>
                  <a:pt x="5182955" y="1744622"/>
                </a:lnTo>
                <a:lnTo>
                  <a:pt x="5169506" y="1748993"/>
                </a:lnTo>
                <a:lnTo>
                  <a:pt x="5154299" y="1744080"/>
                </a:lnTo>
                <a:cubicBezTo>
                  <a:pt x="5152463" y="1742751"/>
                  <a:pt x="5150989" y="1741283"/>
                  <a:pt x="5149917" y="1739727"/>
                </a:cubicBezTo>
                <a:lnTo>
                  <a:pt x="5100319" y="1745797"/>
                </a:lnTo>
                <a:lnTo>
                  <a:pt x="5094361" y="1745767"/>
                </a:lnTo>
                <a:lnTo>
                  <a:pt x="5053410" y="1742790"/>
                </a:lnTo>
                <a:lnTo>
                  <a:pt x="4992711" y="1734075"/>
                </a:lnTo>
                <a:cubicBezTo>
                  <a:pt x="4972764" y="1728527"/>
                  <a:pt x="4955480" y="1708667"/>
                  <a:pt x="4930098" y="1717312"/>
                </a:cubicBezTo>
                <a:cubicBezTo>
                  <a:pt x="4936142" y="1706767"/>
                  <a:pt x="4900350" y="1719438"/>
                  <a:pt x="4893834" y="1710028"/>
                </a:cubicBezTo>
                <a:cubicBezTo>
                  <a:pt x="4890113" y="1702277"/>
                  <a:pt x="4878389" y="1704314"/>
                  <a:pt x="4868730" y="1702384"/>
                </a:cubicBezTo>
                <a:cubicBezTo>
                  <a:pt x="4860577" y="1694955"/>
                  <a:pt x="4813519" y="1692594"/>
                  <a:pt x="4797925" y="1695535"/>
                </a:cubicBezTo>
                <a:cubicBezTo>
                  <a:pt x="4754973" y="1708626"/>
                  <a:pt x="4712186" y="1679830"/>
                  <a:pt x="4677670" y="1689453"/>
                </a:cubicBezTo>
                <a:cubicBezTo>
                  <a:pt x="4650390" y="1686902"/>
                  <a:pt x="4641786" y="1682702"/>
                  <a:pt x="4634248" y="1680227"/>
                </a:cubicBezTo>
                <a:lnTo>
                  <a:pt x="4632434" y="1674607"/>
                </a:lnTo>
                <a:lnTo>
                  <a:pt x="4619204" y="1672507"/>
                </a:lnTo>
                <a:lnTo>
                  <a:pt x="4616283" y="1670977"/>
                </a:lnTo>
                <a:cubicBezTo>
                  <a:pt x="4610716" y="1668036"/>
                  <a:pt x="4605090" y="1665277"/>
                  <a:pt x="4598926" y="1663178"/>
                </a:cubicBezTo>
                <a:cubicBezTo>
                  <a:pt x="4588025" y="1686237"/>
                  <a:pt x="4544698" y="1649138"/>
                  <a:pt x="4547069" y="1670642"/>
                </a:cubicBezTo>
                <a:lnTo>
                  <a:pt x="4523516" y="1669785"/>
                </a:lnTo>
                <a:lnTo>
                  <a:pt x="4500586" y="1675912"/>
                </a:lnTo>
                <a:lnTo>
                  <a:pt x="4488196" y="1683463"/>
                </a:lnTo>
                <a:lnTo>
                  <a:pt x="4445463" y="1695634"/>
                </a:lnTo>
                <a:lnTo>
                  <a:pt x="4446550" y="1680538"/>
                </a:lnTo>
                <a:lnTo>
                  <a:pt x="4365375" y="1697935"/>
                </a:lnTo>
                <a:lnTo>
                  <a:pt x="4305123" y="1714185"/>
                </a:lnTo>
                <a:lnTo>
                  <a:pt x="4292665" y="1720703"/>
                </a:lnTo>
                <a:lnTo>
                  <a:pt x="4276789" y="1718367"/>
                </a:lnTo>
                <a:cubicBezTo>
                  <a:pt x="4274740" y="1717359"/>
                  <a:pt x="4273021" y="1716157"/>
                  <a:pt x="4271683" y="1714801"/>
                </a:cubicBezTo>
                <a:lnTo>
                  <a:pt x="4223918" y="1728936"/>
                </a:lnTo>
                <a:lnTo>
                  <a:pt x="4218039" y="1729885"/>
                </a:lnTo>
                <a:lnTo>
                  <a:pt x="4177153" y="1733691"/>
                </a:lnTo>
                <a:lnTo>
                  <a:pt x="4051032" y="1728886"/>
                </a:lnTo>
                <a:cubicBezTo>
                  <a:pt x="4055072" y="1717510"/>
                  <a:pt x="4022108" y="1735873"/>
                  <a:pt x="4013978" y="1727679"/>
                </a:cubicBezTo>
                <a:cubicBezTo>
                  <a:pt x="4008905" y="1720660"/>
                  <a:pt x="3997723" y="1724594"/>
                  <a:pt x="3987857" y="1724282"/>
                </a:cubicBezTo>
                <a:cubicBezTo>
                  <a:pt x="3978476" y="1718309"/>
                  <a:pt x="3931683" y="1723723"/>
                  <a:pt x="3916852" y="1729184"/>
                </a:cubicBezTo>
                <a:cubicBezTo>
                  <a:pt x="3876910" y="1749138"/>
                  <a:pt x="3829523" y="1727824"/>
                  <a:pt x="3797263" y="1742976"/>
                </a:cubicBezTo>
                <a:cubicBezTo>
                  <a:pt x="3769922" y="1744951"/>
                  <a:pt x="3760682" y="1742230"/>
                  <a:pt x="3752806" y="1741033"/>
                </a:cubicBezTo>
                <a:lnTo>
                  <a:pt x="3749997" y="1735799"/>
                </a:lnTo>
                <a:lnTo>
                  <a:pt x="3736582" y="1735907"/>
                </a:lnTo>
                <a:lnTo>
                  <a:pt x="3733428" y="1734881"/>
                </a:lnTo>
                <a:cubicBezTo>
                  <a:pt x="3727408" y="1732899"/>
                  <a:pt x="3721365" y="1731108"/>
                  <a:pt x="3714911" y="1730056"/>
                </a:cubicBezTo>
                <a:cubicBezTo>
                  <a:pt x="3708355" y="1754554"/>
                  <a:pt x="3658933" y="1725152"/>
                  <a:pt x="3665172" y="1745936"/>
                </a:cubicBezTo>
                <a:cubicBezTo>
                  <a:pt x="3628569" y="1744420"/>
                  <a:pt x="3583742" y="1775884"/>
                  <a:pt x="3552006" y="1755220"/>
                </a:cubicBezTo>
                <a:cubicBezTo>
                  <a:pt x="3497522" y="1758390"/>
                  <a:pt x="3448310" y="1757433"/>
                  <a:pt x="3390301" y="1762546"/>
                </a:cubicBezTo>
                <a:cubicBezTo>
                  <a:pt x="3345266" y="1774524"/>
                  <a:pt x="3297039" y="1758531"/>
                  <a:pt x="3264312" y="1774620"/>
                </a:cubicBezTo>
                <a:cubicBezTo>
                  <a:pt x="3212634" y="1771139"/>
                  <a:pt x="3147905" y="1780248"/>
                  <a:pt x="3106901" y="1804264"/>
                </a:cubicBezTo>
                <a:cubicBezTo>
                  <a:pt x="3051355" y="1805490"/>
                  <a:pt x="3041708" y="1820368"/>
                  <a:pt x="2993303" y="1806542"/>
                </a:cubicBezTo>
                <a:cubicBezTo>
                  <a:pt x="2989182" y="1810139"/>
                  <a:pt x="2984377" y="1813039"/>
                  <a:pt x="2979115" y="1815432"/>
                </a:cubicBezTo>
                <a:lnTo>
                  <a:pt x="2963118" y="1820962"/>
                </a:lnTo>
                <a:lnTo>
                  <a:pt x="2961156" y="1820297"/>
                </a:lnTo>
                <a:lnTo>
                  <a:pt x="2925719" y="1828468"/>
                </a:lnTo>
                <a:lnTo>
                  <a:pt x="2857951" y="1842496"/>
                </a:lnTo>
                <a:lnTo>
                  <a:pt x="2857427" y="1841591"/>
                </a:lnTo>
                <a:cubicBezTo>
                  <a:pt x="2855386" y="1839734"/>
                  <a:pt x="2852250" y="1838690"/>
                  <a:pt x="2846731" y="1839316"/>
                </a:cubicBezTo>
                <a:cubicBezTo>
                  <a:pt x="2855175" y="1823564"/>
                  <a:pt x="2843311" y="1834035"/>
                  <a:pt x="2826290" y="1837274"/>
                </a:cubicBezTo>
                <a:cubicBezTo>
                  <a:pt x="2835609" y="1813530"/>
                  <a:pt x="2787284" y="1831665"/>
                  <a:pt x="2779146" y="1820071"/>
                </a:cubicBezTo>
                <a:cubicBezTo>
                  <a:pt x="2766432" y="1822985"/>
                  <a:pt x="2753158" y="1825635"/>
                  <a:pt x="2739608" y="1827861"/>
                </a:cubicBezTo>
                <a:lnTo>
                  <a:pt x="2731631" y="1828881"/>
                </a:lnTo>
                <a:cubicBezTo>
                  <a:pt x="2731575" y="1828813"/>
                  <a:pt x="2731521" y="1828744"/>
                  <a:pt x="2731464" y="1828677"/>
                </a:cubicBezTo>
                <a:cubicBezTo>
                  <a:pt x="2729715" y="1828415"/>
                  <a:pt x="2727085" y="1828569"/>
                  <a:pt x="2723037" y="1829303"/>
                </a:cubicBezTo>
                <a:lnTo>
                  <a:pt x="2701616" y="1832725"/>
                </a:lnTo>
                <a:lnTo>
                  <a:pt x="2696239" y="1831904"/>
                </a:lnTo>
                <a:lnTo>
                  <a:pt x="2663445" y="1825958"/>
                </a:lnTo>
                <a:cubicBezTo>
                  <a:pt x="2641260" y="1825904"/>
                  <a:pt x="2595040" y="1827674"/>
                  <a:pt x="2560925" y="1829094"/>
                </a:cubicBezTo>
                <a:cubicBezTo>
                  <a:pt x="2527977" y="1836499"/>
                  <a:pt x="2496507" y="1831991"/>
                  <a:pt x="2458739" y="1834479"/>
                </a:cubicBezTo>
                <a:cubicBezTo>
                  <a:pt x="2419379" y="1848893"/>
                  <a:pt x="2396428" y="1834257"/>
                  <a:pt x="2356074" y="1836991"/>
                </a:cubicBezTo>
                <a:cubicBezTo>
                  <a:pt x="2323435" y="1857644"/>
                  <a:pt x="2325610" y="1826053"/>
                  <a:pt x="2304241" y="1822021"/>
                </a:cubicBezTo>
                <a:lnTo>
                  <a:pt x="2298362" y="1822125"/>
                </a:lnTo>
                <a:lnTo>
                  <a:pt x="2283527" y="1826361"/>
                </a:lnTo>
                <a:lnTo>
                  <a:pt x="2278150" y="1828604"/>
                </a:lnTo>
                <a:cubicBezTo>
                  <a:pt x="2274371" y="1829907"/>
                  <a:pt x="2271762" y="1830461"/>
                  <a:pt x="2269853" y="1830502"/>
                </a:cubicBezTo>
                <a:lnTo>
                  <a:pt x="2269585" y="1830341"/>
                </a:lnTo>
                <a:lnTo>
                  <a:pt x="2225332" y="1845825"/>
                </a:lnTo>
                <a:cubicBezTo>
                  <a:pt x="2211505" y="1836594"/>
                  <a:pt x="2170867" y="1860661"/>
                  <a:pt x="2169048" y="1837658"/>
                </a:cubicBezTo>
                <a:cubicBezTo>
                  <a:pt x="2153238" y="1843278"/>
                  <a:pt x="2146132" y="1854645"/>
                  <a:pt x="2147231" y="1839027"/>
                </a:cubicBezTo>
                <a:cubicBezTo>
                  <a:pt x="2141901" y="1840465"/>
                  <a:pt x="2138205" y="1840014"/>
                  <a:pt x="2135241" y="1838652"/>
                </a:cubicBezTo>
                <a:lnTo>
                  <a:pt x="2099215" y="1850768"/>
                </a:lnTo>
                <a:lnTo>
                  <a:pt x="2094046" y="1850806"/>
                </a:lnTo>
                <a:lnTo>
                  <a:pt x="2071850" y="1861319"/>
                </a:lnTo>
                <a:lnTo>
                  <a:pt x="2039607" y="1874318"/>
                </a:lnTo>
                <a:lnTo>
                  <a:pt x="2037289" y="1874025"/>
                </a:lnTo>
                <a:lnTo>
                  <a:pt x="2023615" y="1881562"/>
                </a:lnTo>
                <a:cubicBezTo>
                  <a:pt x="2019390" y="1884562"/>
                  <a:pt x="1959668" y="1894795"/>
                  <a:pt x="1957176" y="1898709"/>
                </a:cubicBezTo>
                <a:cubicBezTo>
                  <a:pt x="1901224" y="1893805"/>
                  <a:pt x="1914145" y="1913274"/>
                  <a:pt x="1858081" y="1923144"/>
                </a:cubicBezTo>
                <a:cubicBezTo>
                  <a:pt x="1819487" y="1923227"/>
                  <a:pt x="1798952" y="1929741"/>
                  <a:pt x="1738865" y="1944965"/>
                </a:cubicBezTo>
                <a:cubicBezTo>
                  <a:pt x="1698633" y="1955957"/>
                  <a:pt x="1670491" y="1978862"/>
                  <a:pt x="1616692" y="1989107"/>
                </a:cubicBezTo>
                <a:cubicBezTo>
                  <a:pt x="1565257" y="2022368"/>
                  <a:pt x="1474172" y="2022156"/>
                  <a:pt x="1411898" y="2046254"/>
                </a:cubicBezTo>
                <a:cubicBezTo>
                  <a:pt x="1380237" y="2035952"/>
                  <a:pt x="1386648" y="2042292"/>
                  <a:pt x="1375780" y="2047961"/>
                </a:cubicBezTo>
                <a:cubicBezTo>
                  <a:pt x="1375756" y="2047968"/>
                  <a:pt x="1375731" y="2047974"/>
                  <a:pt x="1375707" y="2047981"/>
                </a:cubicBezTo>
                <a:lnTo>
                  <a:pt x="1285585" y="2047113"/>
                </a:lnTo>
                <a:cubicBezTo>
                  <a:pt x="1279541" y="2043453"/>
                  <a:pt x="1272537" y="2040974"/>
                  <a:pt x="1263658" y="2041397"/>
                </a:cubicBezTo>
                <a:cubicBezTo>
                  <a:pt x="1212454" y="2058890"/>
                  <a:pt x="1258499" y="2026611"/>
                  <a:pt x="1170403" y="2033399"/>
                </a:cubicBezTo>
                <a:cubicBezTo>
                  <a:pt x="1166530" y="2036274"/>
                  <a:pt x="1154254" y="2033463"/>
                  <a:pt x="1153718" y="2029576"/>
                </a:cubicBezTo>
                <a:cubicBezTo>
                  <a:pt x="1148486" y="2030819"/>
                  <a:pt x="1137980" y="2038354"/>
                  <a:pt x="1133937" y="2032149"/>
                </a:cubicBezTo>
                <a:cubicBezTo>
                  <a:pt x="1104720" y="2031606"/>
                  <a:pt x="1077532" y="2035424"/>
                  <a:pt x="1054999" y="2043242"/>
                </a:cubicBezTo>
                <a:cubicBezTo>
                  <a:pt x="1024875" y="2038090"/>
                  <a:pt x="1020473" y="2042711"/>
                  <a:pt x="1018405" y="2048281"/>
                </a:cubicBezTo>
                <a:lnTo>
                  <a:pt x="1016563" y="2051718"/>
                </a:lnTo>
                <a:lnTo>
                  <a:pt x="1008284" y="2046742"/>
                </a:lnTo>
                <a:cubicBezTo>
                  <a:pt x="999244" y="2043620"/>
                  <a:pt x="990505" y="2044937"/>
                  <a:pt x="981974" y="2048363"/>
                </a:cubicBezTo>
                <a:lnTo>
                  <a:pt x="971903" y="2053484"/>
                </a:lnTo>
                <a:lnTo>
                  <a:pt x="954015" y="2052529"/>
                </a:lnTo>
                <a:cubicBezTo>
                  <a:pt x="931960" y="2051365"/>
                  <a:pt x="861352" y="2046214"/>
                  <a:pt x="839571" y="2046509"/>
                </a:cubicBezTo>
                <a:lnTo>
                  <a:pt x="823321" y="2054296"/>
                </a:lnTo>
                <a:lnTo>
                  <a:pt x="800990" y="2051523"/>
                </a:lnTo>
                <a:cubicBezTo>
                  <a:pt x="790723" y="2052171"/>
                  <a:pt x="782268" y="2055403"/>
                  <a:pt x="776439" y="2062634"/>
                </a:cubicBezTo>
                <a:cubicBezTo>
                  <a:pt x="773155" y="2056184"/>
                  <a:pt x="769593" y="2059253"/>
                  <a:pt x="763041" y="2063995"/>
                </a:cubicBezTo>
                <a:lnTo>
                  <a:pt x="757863" y="2065877"/>
                </a:lnTo>
                <a:lnTo>
                  <a:pt x="745053" y="2051831"/>
                </a:lnTo>
                <a:lnTo>
                  <a:pt x="722609" y="2049504"/>
                </a:lnTo>
                <a:lnTo>
                  <a:pt x="717618" y="2042131"/>
                </a:lnTo>
                <a:lnTo>
                  <a:pt x="703285" y="2046808"/>
                </a:lnTo>
                <a:cubicBezTo>
                  <a:pt x="698219" y="2048137"/>
                  <a:pt x="690058" y="2049926"/>
                  <a:pt x="680199" y="2051947"/>
                </a:cubicBezTo>
                <a:lnTo>
                  <a:pt x="667351" y="2054469"/>
                </a:lnTo>
                <a:lnTo>
                  <a:pt x="660961" y="2049404"/>
                </a:lnTo>
                <a:lnTo>
                  <a:pt x="638282" y="2060093"/>
                </a:lnTo>
                <a:lnTo>
                  <a:pt x="583551" y="2070197"/>
                </a:lnTo>
                <a:cubicBezTo>
                  <a:pt x="569268" y="2091365"/>
                  <a:pt x="529124" y="2053106"/>
                  <a:pt x="525274" y="2079137"/>
                </a:cubicBezTo>
                <a:cubicBezTo>
                  <a:pt x="506495" y="2056498"/>
                  <a:pt x="440091" y="2069666"/>
                  <a:pt x="405635" y="2059339"/>
                </a:cubicBezTo>
                <a:cubicBezTo>
                  <a:pt x="397410" y="2069278"/>
                  <a:pt x="294416" y="2032966"/>
                  <a:pt x="281555" y="2022847"/>
                </a:cubicBezTo>
                <a:cubicBezTo>
                  <a:pt x="171589" y="1986245"/>
                  <a:pt x="126791" y="1985528"/>
                  <a:pt x="98513" y="1969504"/>
                </a:cubicBezTo>
                <a:cubicBezTo>
                  <a:pt x="85544" y="1965247"/>
                  <a:pt x="73324" y="1958000"/>
                  <a:pt x="56191" y="1950709"/>
                </a:cubicBezTo>
                <a:lnTo>
                  <a:pt x="0" y="19357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80EC533-5CEF-43AF-1033-44A40BD49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6" y="548640"/>
            <a:ext cx="9543405" cy="1188720"/>
          </a:xfrm>
        </p:spPr>
        <p:txBody>
          <a:bodyPr>
            <a:normAutofit/>
          </a:bodyPr>
          <a:lstStyle/>
          <a:p>
            <a:r>
              <a:rPr lang="es-ES">
                <a:solidFill>
                  <a:schemeClr val="tx1">
                    <a:lumMod val="85000"/>
                    <a:lumOff val="15000"/>
                  </a:schemeClr>
                </a:solidFill>
              </a:rPr>
              <a:t>Comercializadora Andina S.A.S</a:t>
            </a:r>
            <a:endParaRPr lang="es-CO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9E022FB-1419-62E0-DF97-2E6C4B0D33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6" y="1949381"/>
            <a:ext cx="9875957" cy="4652386"/>
          </a:xfrm>
        </p:spPr>
        <p:txBody>
          <a:bodyPr anchor="ctr">
            <a:normAutofit/>
          </a:bodyPr>
          <a:lstStyle/>
          <a:p>
            <a:pPr marL="0" indent="0" algn="just">
              <a:buNone/>
            </a:pPr>
            <a:r>
              <a:rPr lang="es-ES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Comercializadora Andina S.A.S. es una empresa colombiana dedicada a la importación y distribución mayorista de productos industriales y de construcción. Su sede principal está en Bogotá y atiende exclusivamente a clientes empresariales (constructoras, talleres automotrices, empresas industriales, contratistas eléctricos, cadenas de ferreterías y comercializadoras locales) ubicados en diferentes regiones del país: Caribe, Pacífico, Eje Cafetero, Santanderes y Llanos.</a:t>
            </a:r>
          </a:p>
          <a:p>
            <a:pPr marL="0" indent="0" algn="just">
              <a:buNone/>
            </a:pPr>
            <a:r>
              <a:rPr lang="es-ES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La compañía importa mercancía principalmente desde China, Estados Unidos y México, pagando en dólares (USD), y vende en pesos colombianos (COP) bajo esquemas de contado y crédito (30, 60 y 90 días). Su portafolio se organiza en categorías y subcategorías (herramientas industriales, equipos eléctricos, repuestos automotrices, tecnología y seguridad, materiales de construcción), con cientos de referencias (SKU).</a:t>
            </a:r>
          </a:p>
          <a:p>
            <a:pPr marL="0" indent="0" algn="just">
              <a:buNone/>
            </a:pPr>
            <a:r>
              <a:rPr lang="es-ES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Por su modelo de negocio, Comercializadora Andina enfrenta retos típicos de BI: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s-ES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Variaciones en la TRM que afectan costos y márgenes.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s-ES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Diferencias de desempeño por región, cliente, producto y ejecutivo comercial.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s-ES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Manejo de inventarios, riesgo de </a:t>
            </a:r>
            <a:r>
              <a:rPr lang="es-ES" sz="18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sobrestock</a:t>
            </a:r>
            <a:r>
              <a:rPr lang="es-ES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y rupturas de inventario.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s-ES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Gestión de la cartera en mora y el riesgo de crédito empresarial.</a:t>
            </a:r>
          </a:p>
          <a:p>
            <a:pPr algn="just"/>
            <a:endParaRPr lang="es-CO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2DCE2C-2863-46FA-9BE7-24365A24D9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24586" y="5970896"/>
            <a:ext cx="9967416" cy="887104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517857" h="918356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2219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257363FD-7E77-4145-9483-331A807A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6802" cy="6858000"/>
          </a:xfrm>
          <a:prstGeom prst="rect">
            <a:avLst/>
          </a:prstGeom>
          <a:gradFill flip="none" rotWithShape="1">
            <a:gsLst>
              <a:gs pos="28000">
                <a:schemeClr val="bg2">
                  <a:alpha val="84000"/>
                </a:schemeClr>
              </a:gs>
              <a:gs pos="7400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4154014-F217-3861-A105-B4154AB25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ES" dirty="0"/>
              <a:t>1. Panorama general de ventas y margen</a:t>
            </a:r>
            <a:endParaRPr lang="es-CO" dirty="0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DE4740C1-7C35-58E4-87D3-C47CB736007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82457583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824921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7D5AEAE-4043-43EE-CA41-DA8FFB5B1C9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2420" b="331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B9A2EDA-79D6-16D1-2564-89543D3CDB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ES" dirty="0"/>
              <a:t>2. Rentabilidad por portafolio, región y canal</a:t>
            </a:r>
            <a:endParaRPr lang="es-CO" dirty="0"/>
          </a:p>
        </p:txBody>
      </p:sp>
      <p:graphicFrame>
        <p:nvGraphicFramePr>
          <p:cNvPr id="5" name="Marcador de contenido 4">
            <a:extLst>
              <a:ext uri="{FF2B5EF4-FFF2-40B4-BE49-F238E27FC236}">
                <a16:creationId xmlns:a16="http://schemas.microsoft.com/office/drawing/2014/main" id="{C5FEB6E3-7F63-97EA-1708-F59526DF28F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5533798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9584098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0EE572B-954C-DA2F-6BDE-AA9725C2E23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0413" b="14587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203802C-DD48-2697-F8BD-CB9D14D55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ES"/>
              <a:t>3. Gestión de clientes: valor, concentración y riesgo</a:t>
            </a:r>
            <a:endParaRPr lang="es-CO"/>
          </a:p>
        </p:txBody>
      </p:sp>
      <p:graphicFrame>
        <p:nvGraphicFramePr>
          <p:cNvPr id="5" name="Marcador de contenido 4">
            <a:extLst>
              <a:ext uri="{FF2B5EF4-FFF2-40B4-BE49-F238E27FC236}">
                <a16:creationId xmlns:a16="http://schemas.microsoft.com/office/drawing/2014/main" id="{F5865587-3D25-93C6-40C9-96894C7B9BD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23607689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904293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47B64EE1-4629-5712-876D-27174296D7B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003" b="12727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257363FD-7E77-4145-9483-331A807A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6802" cy="6858000"/>
          </a:xfrm>
          <a:prstGeom prst="rect">
            <a:avLst/>
          </a:prstGeom>
          <a:gradFill flip="none" rotWithShape="1">
            <a:gsLst>
              <a:gs pos="28000">
                <a:schemeClr val="bg2">
                  <a:alpha val="84000"/>
                </a:schemeClr>
              </a:gs>
              <a:gs pos="7400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CE83C9A-7B5C-0E86-4CFC-7E9758EEA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CO"/>
              <a:t>4. Importaciones, TRM y costos</a:t>
            </a:r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93F5001D-73A9-181A-4891-CCCFC621969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5100508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045186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8FD1E94-B12F-434F-8027-5DBEAC55A1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BC8109F-B452-45EE-8BB3-65433C0396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68100" y="-1"/>
            <a:ext cx="10423900" cy="5920155"/>
          </a:xfrm>
          <a:custGeom>
            <a:avLst/>
            <a:gdLst>
              <a:gd name="connsiteX0" fmla="*/ 10423900 w 10423900"/>
              <a:gd name="connsiteY0" fmla="*/ 0 h 5491534"/>
              <a:gd name="connsiteX1" fmla="*/ 3493157 w 10423900"/>
              <a:gd name="connsiteY1" fmla="*/ 0 h 5491534"/>
              <a:gd name="connsiteX2" fmla="*/ 3493018 w 10423900"/>
              <a:gd name="connsiteY2" fmla="*/ 31 h 5491534"/>
              <a:gd name="connsiteX3" fmla="*/ 3245493 w 10423900"/>
              <a:gd name="connsiteY3" fmla="*/ 104839 h 5491534"/>
              <a:gd name="connsiteX4" fmla="*/ 4434802 w 10423900"/>
              <a:gd name="connsiteY4" fmla="*/ 284558 h 5491534"/>
              <a:gd name="connsiteX5" fmla="*/ 4011937 w 10423900"/>
              <a:gd name="connsiteY5" fmla="*/ 395559 h 5491534"/>
              <a:gd name="connsiteX6" fmla="*/ 3573213 w 10423900"/>
              <a:gd name="connsiteY6" fmla="*/ 474847 h 5491534"/>
              <a:gd name="connsiteX7" fmla="*/ 3097489 w 10423900"/>
              <a:gd name="connsiteY7" fmla="*/ 532990 h 5491534"/>
              <a:gd name="connsiteX8" fmla="*/ 2664052 w 10423900"/>
              <a:gd name="connsiteY8" fmla="*/ 649279 h 5491534"/>
              <a:gd name="connsiteX9" fmla="*/ 3795218 w 10423900"/>
              <a:gd name="connsiteY9" fmla="*/ 696852 h 5491534"/>
              <a:gd name="connsiteX10" fmla="*/ 3208492 w 10423900"/>
              <a:gd name="connsiteY10" fmla="*/ 802568 h 5491534"/>
              <a:gd name="connsiteX11" fmla="*/ 2727483 w 10423900"/>
              <a:gd name="connsiteY11" fmla="*/ 939999 h 5491534"/>
              <a:gd name="connsiteX12" fmla="*/ 2389190 w 10423900"/>
              <a:gd name="connsiteY12" fmla="*/ 1003429 h 5491534"/>
              <a:gd name="connsiteX13" fmla="*/ 2029754 w 10423900"/>
              <a:gd name="connsiteY13" fmla="*/ 1019287 h 5491534"/>
              <a:gd name="connsiteX14" fmla="*/ 1945181 w 10423900"/>
              <a:gd name="connsiteY14" fmla="*/ 1119716 h 5491534"/>
              <a:gd name="connsiteX15" fmla="*/ 2056184 w 10423900"/>
              <a:gd name="connsiteY15" fmla="*/ 1225434 h 5491534"/>
              <a:gd name="connsiteX16" fmla="*/ 2225329 w 10423900"/>
              <a:gd name="connsiteY16" fmla="*/ 1236004 h 5491534"/>
              <a:gd name="connsiteX17" fmla="*/ 3234920 w 10423900"/>
              <a:gd name="connsiteY17" fmla="*/ 1262435 h 5491534"/>
              <a:gd name="connsiteX18" fmla="*/ 0 w 10423900"/>
              <a:gd name="connsiteY18" fmla="*/ 1495009 h 5491534"/>
              <a:gd name="connsiteX19" fmla="*/ 438724 w 10423900"/>
              <a:gd name="connsiteY19" fmla="*/ 1637728 h 5491534"/>
              <a:gd name="connsiteX20" fmla="*/ 586726 w 10423900"/>
              <a:gd name="connsiteY20" fmla="*/ 2028877 h 5491534"/>
              <a:gd name="connsiteX21" fmla="*/ 1125878 w 10423900"/>
              <a:gd name="connsiteY21" fmla="*/ 2250882 h 5491534"/>
              <a:gd name="connsiteX22" fmla="*/ 1474744 w 10423900"/>
              <a:gd name="connsiteY22" fmla="*/ 2330169 h 5491534"/>
              <a:gd name="connsiteX23" fmla="*/ 2272901 w 10423900"/>
              <a:gd name="connsiteY23" fmla="*/ 2446458 h 5491534"/>
              <a:gd name="connsiteX24" fmla="*/ 2389190 w 10423900"/>
              <a:gd name="connsiteY24" fmla="*/ 2636747 h 5491534"/>
              <a:gd name="connsiteX25" fmla="*/ 2489621 w 10423900"/>
              <a:gd name="connsiteY25" fmla="*/ 2848179 h 5491534"/>
              <a:gd name="connsiteX26" fmla="*/ 2701053 w 10423900"/>
              <a:gd name="connsiteY26" fmla="*/ 2985611 h 5491534"/>
              <a:gd name="connsiteX27" fmla="*/ 1057165 w 10423900"/>
              <a:gd name="connsiteY27" fmla="*/ 2964468 h 5491534"/>
              <a:gd name="connsiteX28" fmla="*/ 2912485 w 10423900"/>
              <a:gd name="connsiteY28" fmla="*/ 3408477 h 5491534"/>
              <a:gd name="connsiteX29" fmla="*/ 2748626 w 10423900"/>
              <a:gd name="connsiteY29" fmla="*/ 3582909 h 5491534"/>
              <a:gd name="connsiteX30" fmla="*/ 3763503 w 10423900"/>
              <a:gd name="connsiteY30" fmla="*/ 3820771 h 5491534"/>
              <a:gd name="connsiteX31" fmla="*/ 3219063 w 10423900"/>
              <a:gd name="connsiteY31" fmla="*/ 3847199 h 5491534"/>
              <a:gd name="connsiteX32" fmla="*/ 6385269 w 10423900"/>
              <a:gd name="connsiteY32" fmla="*/ 4840933 h 5491534"/>
              <a:gd name="connsiteX33" fmla="*/ 10285854 w 10423900"/>
              <a:gd name="connsiteY33" fmla="*/ 5471118 h 5491534"/>
              <a:gd name="connsiteX34" fmla="*/ 10423900 w 10423900"/>
              <a:gd name="connsiteY34" fmla="*/ 5491534 h 5491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423900" h="5491534">
                <a:moveTo>
                  <a:pt x="10423900" y="0"/>
                </a:moveTo>
                <a:lnTo>
                  <a:pt x="3493157" y="0"/>
                </a:lnTo>
                <a:lnTo>
                  <a:pt x="3493018" y="31"/>
                </a:lnTo>
                <a:cubicBezTo>
                  <a:pt x="3414969" y="12668"/>
                  <a:pt x="3328744" y="21588"/>
                  <a:pt x="3245493" y="104839"/>
                </a:cubicBezTo>
                <a:cubicBezTo>
                  <a:pt x="3668357" y="162984"/>
                  <a:pt x="4075366" y="51981"/>
                  <a:pt x="4434802" y="284558"/>
                </a:cubicBezTo>
                <a:cubicBezTo>
                  <a:pt x="4302656" y="400846"/>
                  <a:pt x="4154654" y="374416"/>
                  <a:pt x="4011937" y="395559"/>
                </a:cubicBezTo>
                <a:cubicBezTo>
                  <a:pt x="3863934" y="416704"/>
                  <a:pt x="3721217" y="453704"/>
                  <a:pt x="3573213" y="474847"/>
                </a:cubicBezTo>
                <a:cubicBezTo>
                  <a:pt x="3414639" y="501275"/>
                  <a:pt x="3256063" y="506562"/>
                  <a:pt x="3097489" y="532990"/>
                </a:cubicBezTo>
                <a:cubicBezTo>
                  <a:pt x="2965345" y="554135"/>
                  <a:pt x="2822627" y="517133"/>
                  <a:pt x="2664052" y="649279"/>
                </a:cubicBezTo>
                <a:cubicBezTo>
                  <a:pt x="3055203" y="744424"/>
                  <a:pt x="3409352" y="601706"/>
                  <a:pt x="3795218" y="696852"/>
                </a:cubicBezTo>
                <a:cubicBezTo>
                  <a:pt x="3567928" y="781425"/>
                  <a:pt x="3382924" y="754995"/>
                  <a:pt x="3208492" y="802568"/>
                </a:cubicBezTo>
                <a:cubicBezTo>
                  <a:pt x="3049916" y="850140"/>
                  <a:pt x="2859627" y="797282"/>
                  <a:pt x="2727483" y="939999"/>
                </a:cubicBezTo>
                <a:cubicBezTo>
                  <a:pt x="2627052" y="1051000"/>
                  <a:pt x="2521336" y="1066858"/>
                  <a:pt x="2389190" y="1003429"/>
                </a:cubicBezTo>
                <a:cubicBezTo>
                  <a:pt x="2272901" y="945284"/>
                  <a:pt x="2146043" y="961142"/>
                  <a:pt x="2029754" y="1019287"/>
                </a:cubicBezTo>
                <a:cubicBezTo>
                  <a:pt x="1987468" y="1040430"/>
                  <a:pt x="1945181" y="1066858"/>
                  <a:pt x="1945181" y="1119716"/>
                </a:cubicBezTo>
                <a:cubicBezTo>
                  <a:pt x="1945181" y="1193719"/>
                  <a:pt x="1998039" y="1214862"/>
                  <a:pt x="2056184" y="1225434"/>
                </a:cubicBezTo>
                <a:cubicBezTo>
                  <a:pt x="2109042" y="1236004"/>
                  <a:pt x="2172471" y="1246577"/>
                  <a:pt x="2225329" y="1236004"/>
                </a:cubicBezTo>
                <a:cubicBezTo>
                  <a:pt x="2563622" y="1177861"/>
                  <a:pt x="2896629" y="1273005"/>
                  <a:pt x="3234920" y="1262435"/>
                </a:cubicBezTo>
                <a:cubicBezTo>
                  <a:pt x="2172471" y="1489724"/>
                  <a:pt x="1099450" y="1415723"/>
                  <a:pt x="0" y="1495009"/>
                </a:cubicBezTo>
                <a:cubicBezTo>
                  <a:pt x="142717" y="1653583"/>
                  <a:pt x="327721" y="1521439"/>
                  <a:pt x="438724" y="1637728"/>
                </a:cubicBezTo>
                <a:cubicBezTo>
                  <a:pt x="333006" y="1880875"/>
                  <a:pt x="375293" y="2013020"/>
                  <a:pt x="586726" y="2028877"/>
                </a:cubicBezTo>
                <a:cubicBezTo>
                  <a:pt x="792873" y="2044734"/>
                  <a:pt x="1014877" y="1960161"/>
                  <a:pt x="1125878" y="2250882"/>
                </a:cubicBezTo>
                <a:cubicBezTo>
                  <a:pt x="1157593" y="2340740"/>
                  <a:pt x="1353170" y="2314312"/>
                  <a:pt x="1474744" y="2330169"/>
                </a:cubicBezTo>
                <a:cubicBezTo>
                  <a:pt x="1739034" y="2367170"/>
                  <a:pt x="2019183" y="2330169"/>
                  <a:pt x="2272901" y="2446458"/>
                </a:cubicBezTo>
                <a:cubicBezTo>
                  <a:pt x="2373332" y="2488744"/>
                  <a:pt x="2442048" y="2520459"/>
                  <a:pt x="2389190" y="2636747"/>
                </a:cubicBezTo>
                <a:cubicBezTo>
                  <a:pt x="2336332" y="2758321"/>
                  <a:pt x="2405048" y="2800607"/>
                  <a:pt x="2489621" y="2848179"/>
                </a:cubicBezTo>
                <a:cubicBezTo>
                  <a:pt x="2553051" y="2885180"/>
                  <a:pt x="2648195" y="2874609"/>
                  <a:pt x="2701053" y="2985611"/>
                </a:cubicBezTo>
                <a:cubicBezTo>
                  <a:pt x="2146043" y="2969753"/>
                  <a:pt x="1606888" y="2879895"/>
                  <a:pt x="1057165" y="2964468"/>
                </a:cubicBezTo>
                <a:cubicBezTo>
                  <a:pt x="1659748" y="3175900"/>
                  <a:pt x="2320474" y="3165328"/>
                  <a:pt x="2912485" y="3408477"/>
                </a:cubicBezTo>
                <a:cubicBezTo>
                  <a:pt x="2891342" y="3493050"/>
                  <a:pt x="2753911" y="3456048"/>
                  <a:pt x="2748626" y="3582909"/>
                </a:cubicBezTo>
                <a:cubicBezTo>
                  <a:pt x="3060489" y="3715055"/>
                  <a:pt x="3435782" y="3625195"/>
                  <a:pt x="3763503" y="3820771"/>
                </a:cubicBezTo>
                <a:cubicBezTo>
                  <a:pt x="3573213" y="3910629"/>
                  <a:pt x="3398782" y="3762626"/>
                  <a:pt x="3219063" y="3847199"/>
                </a:cubicBezTo>
                <a:cubicBezTo>
                  <a:pt x="3277208" y="3974060"/>
                  <a:pt x="5909545" y="4756360"/>
                  <a:pt x="6385269" y="4840933"/>
                </a:cubicBezTo>
                <a:cubicBezTo>
                  <a:pt x="7171204" y="4982659"/>
                  <a:pt x="9157515" y="5302348"/>
                  <a:pt x="10285854" y="5471118"/>
                </a:cubicBezTo>
                <a:lnTo>
                  <a:pt x="10423900" y="5491534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AD1C779-A9D5-47C9-2D60-D49414AE0B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CO" dirty="0"/>
              <a:t>5. Inventario y rotación</a:t>
            </a:r>
          </a:p>
        </p:txBody>
      </p:sp>
      <p:graphicFrame>
        <p:nvGraphicFramePr>
          <p:cNvPr id="5" name="Marcador de contenido 4">
            <a:extLst>
              <a:ext uri="{FF2B5EF4-FFF2-40B4-BE49-F238E27FC236}">
                <a16:creationId xmlns:a16="http://schemas.microsoft.com/office/drawing/2014/main" id="{1D763C6B-96D5-6A35-815F-5CE210DDD38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00726999"/>
              </p:ext>
            </p:extLst>
          </p:nvPr>
        </p:nvGraphicFramePr>
        <p:xfrm>
          <a:off x="838200" y="2011729"/>
          <a:ext cx="10515600" cy="41608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857209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9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FCA3144-2A03-4258-5BD2-6BDD6F173A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6995"/>
            <a:ext cx="10515600" cy="1133693"/>
          </a:xfrm>
        </p:spPr>
        <p:txBody>
          <a:bodyPr>
            <a:normAutofit/>
          </a:bodyPr>
          <a:lstStyle/>
          <a:p>
            <a:r>
              <a:rPr lang="es-CO" sz="5200"/>
              <a:t>6. </a:t>
            </a:r>
            <a:r>
              <a:rPr lang="es-ES" sz="5200"/>
              <a:t>Cartera, mora y riesgo de crédito</a:t>
            </a:r>
            <a:endParaRPr lang="es-CO" sz="5200"/>
          </a:p>
        </p:txBody>
      </p:sp>
      <p:graphicFrame>
        <p:nvGraphicFramePr>
          <p:cNvPr id="5" name="Marcador de contenido 4">
            <a:extLst>
              <a:ext uri="{FF2B5EF4-FFF2-40B4-BE49-F238E27FC236}">
                <a16:creationId xmlns:a16="http://schemas.microsoft.com/office/drawing/2014/main" id="{9085F366-6AFB-2AC3-A122-9BCF0982A2E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14239945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663112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938FBFB8-691C-5077-0B39-CFA85618B03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3433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E583984-DC2C-402B-5FF1-D2F554A22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CO" dirty="0"/>
              <a:t>1. BI </a:t>
            </a:r>
            <a:r>
              <a:rPr lang="es-CO" dirty="0" err="1"/>
              <a:t>End-to-End</a:t>
            </a:r>
            <a:endParaRPr lang="es-CO" dirty="0"/>
          </a:p>
        </p:txBody>
      </p:sp>
      <p:graphicFrame>
        <p:nvGraphicFramePr>
          <p:cNvPr id="5" name="Marcador de contenido 4">
            <a:extLst>
              <a:ext uri="{FF2B5EF4-FFF2-40B4-BE49-F238E27FC236}">
                <a16:creationId xmlns:a16="http://schemas.microsoft.com/office/drawing/2014/main" id="{FF2D9647-A735-74D9-357D-756C0C0BB7D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7681305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0964229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99D8B9F-26B9-EFB4-4BF7-B55F381A7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8"/>
            <a:ext cx="10515600" cy="1133499"/>
          </a:xfrm>
        </p:spPr>
        <p:txBody>
          <a:bodyPr>
            <a:normAutofit/>
          </a:bodyPr>
          <a:lstStyle/>
          <a:p>
            <a:pPr algn="ctr"/>
            <a:r>
              <a:rPr lang="es-CO" sz="5200"/>
              <a:t>2. BI End-to-End</a:t>
            </a:r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53739792-D8AE-DC4B-5AF8-ABF5DFCEA5B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42483375"/>
              </p:ext>
            </p:extLst>
          </p:nvPr>
        </p:nvGraphicFramePr>
        <p:xfrm>
          <a:off x="838200" y="1828800"/>
          <a:ext cx="105156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23092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1230</Words>
  <Application>Microsoft Office PowerPoint</Application>
  <PresentationFormat>Panorámica</PresentationFormat>
  <Paragraphs>132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Wingdings</vt:lpstr>
      <vt:lpstr>Tema de Office</vt:lpstr>
      <vt:lpstr>Caso: Comercializadora Andina S.A.S.</vt:lpstr>
      <vt:lpstr>Comercializadora Andina S.A.S</vt:lpstr>
      <vt:lpstr>1. Panorama general de ventas y margen</vt:lpstr>
      <vt:lpstr>2. Rentabilidad por portafolio, región y canal</vt:lpstr>
      <vt:lpstr>3. Gestión de clientes: valor, concentración y riesgo</vt:lpstr>
      <vt:lpstr>4. Importaciones, TRM y costos</vt:lpstr>
      <vt:lpstr>5. Inventario y rotación</vt:lpstr>
      <vt:lpstr>6. Cartera, mora y riesgo de crédito</vt:lpstr>
      <vt:lpstr>1. BI End-to-End</vt:lpstr>
      <vt:lpstr>2. BI End-to-End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Jorge Mario Ortega</dc:creator>
  <cp:lastModifiedBy>Jorge Mario Ortega</cp:lastModifiedBy>
  <cp:revision>4</cp:revision>
  <dcterms:created xsi:type="dcterms:W3CDTF">2025-11-28T23:17:33Z</dcterms:created>
  <dcterms:modified xsi:type="dcterms:W3CDTF">2025-11-28T23:44:30Z</dcterms:modified>
</cp:coreProperties>
</file>